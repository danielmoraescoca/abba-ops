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· AI NATIVE · ANO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ano. Três fases.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portas de saída.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389120"/>
            <a:ext cx="87142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i="1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do ano é tomada uma vez. O risco, nunca: cada fase termina num portão onde a decisão volta para a sua mão.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QUALQUER CONTRATO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Tudo começa com o Mapa de Vazamento. Grátis.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7251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Feito de fora, com um número em reais dentro: onde estimamos que a operação está vazando, quanto por mês, e o que faríamos primeiro.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mapa-de-vazamento--pagina-re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773" y="2331720"/>
            <a:ext cx="2715219" cy="3840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50773" y="6217920"/>
            <a:ext cx="271521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real de um Mapa entregue (empresa preservada).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7370613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é a porta única da ABBA. Ele existe para uma decisão: vale ou não vale abrir o Programa? Se o número não convencer, a conversa termina ali. Sem custo e sem compromisso.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convencer, o Termo do Programa é assinado uma vez, com as três fases dentro: a fase 1 firme, e as fases 2 e 3 já precificadas como opção sua, condicionada ao Portão da Prova. Provar valor em semanas, com dinheiro pequeno, antes de comprometer dinheiro grande.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POR DENTRO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acontece em cada fase, e por quê.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capacidade que a ABBA opera tem lugar e hora dentro do Programa. Nada é vendido em separado: é assim que o sistema funciona.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60320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PROFUNDA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46120" y="25420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09160" y="2532888"/>
            <a:ext cx="6656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mergulho do conselho à linha de frente: onde o dinheiro vaza, o que a empresa tem de base, quem vive cada processo. Sai o retrato completo de oportunidades, ranqueado por retorno e esforço.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315468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27832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MEDIDO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46120" y="320954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9160" y="3200400"/>
            <a:ext cx="6656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caso escolhido construído com os seus dados e posto em uso real, contra a métrica combinada por escrito na primeira semana. É a prova antes do investimento: a diretoria decide GO ou NO-GO com números na mesa.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3822192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5344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46120" y="387705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09160" y="3867912"/>
            <a:ext cx="6656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casos aprovados em produção: arquitetura, integrações com os seus sistemas e agentes com aprovação humana nos pontos certos. Erro caro passa por gente antes de acontecer.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22960" y="4489704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562856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46120" y="45445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09160" y="4535424"/>
            <a:ext cx="6656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turma da sua equipe no nosso portal, uma prática por dia no trabalho real, com fluência medida em 30, 60 e 90 dias. Sistema novo e gente formada andam juntos.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5157216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230368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ASSISTIDA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46120" y="5212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3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09160" y="5202936"/>
            <a:ext cx="6656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SLA, presença semanal e relatório mensal de projetado versus realizado, com a nossa mão cada vez mais leve, de propósito.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2960" y="5824728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897880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COM A DIRETORIA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46120" y="5879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3 em diante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09160" y="5870448"/>
            <a:ext cx="6656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 de cada decisão contra o resultado medido, apresentado a quem decide. É o que vira o Exame Anual do ano 2.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A PROVA · SEIS SEMANAS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caso construído, rodando e medido. E o retrato inteiro.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7251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métrica é combinada por escrito na primeira semana. Ao fim, o número está na mesa. E a decisão é sua.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prototipo--relatorio-gono-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773" y="2331720"/>
            <a:ext cx="2715219" cy="3840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50773" y="6217920"/>
            <a:ext cx="271521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GO/NO-GO real de um protótipo (empresa preservada).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7370613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fase 1 entrega: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 caso escolhido construído com os seus dados, em uso real;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 medição de terceiro contra a métrica combinada: projetado versus realizado, assinado por uma pessoa nomeada da sua empresa;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 avaliação profunda de maturidade;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 retrato completo de oportunidades, ranqueado por retorno e esforço.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retrato é seu, fique ou não: o portão retém execução, nunca informação.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COMBINA UM NÚMERO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Palavra por palavra, antes de começar. Como numa proposta real.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uma proposta emitida em agosto de 2026 (empresa preservada, setor de eventos): o piloto já nasce com a meta travada por escrito na reunião técnica, e o fechamento mede contra ela.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8892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COMBINADA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383280" y="2770632"/>
            <a:ext cx="79827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encaminhamento manual: a lista inteira de convidados processada sem o dono tocar no telefone.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5204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6118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COMBINADA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83280" y="3593592"/>
            <a:ext cx="79827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confirmação igual ou melhor que a do último evento comparável, com o esforço de horas caindo a quase zero.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34340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43484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COMBINADA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83280" y="4416552"/>
            <a:ext cx="79827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contato com resposta registrada: quem confirmou, quem recusou, quem ficou no encerramento.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51663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2578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MEDIÇÃO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83280" y="5239512"/>
            <a:ext cx="79827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relatório de fechamento do piloto compara os números do evento contra a meta combinada antes. É esse papel que decide a conversa seguinte: não a nossa opinião.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6053328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assim em todo caso da ABBA, do piloto de seis semanas ao ano inteiro: sucesso combinado antes, medido depois.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PORTÃO DA PROVA · SEMANA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148840"/>
            <a:ext cx="10543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término da fase 1, a decisão de continuar é integralmente sua. Se o resultado medido não confirmar o critério combinado, o Programa se encerra ali: sem multa, e com os entregáveis em suas mãos.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52628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portões se repetem no mês seis e no mês doze. Nenhuma fase se inicia sem que a anterior tenha comprovado o seu resultado: o risco de continuidade é nosso, não seu.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A CONSTRUÇÃO · MESES 2 A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em produção. Pessoas formadas. Juntos.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casos que você aprovou no retrato entram em produção, e a sua equipe é formada em turma própria, em paralelo.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43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verdade: arquitetura, integrações com os seus sistemas e agentes de IA com pontos de aprovação humana desenhados. Erro caro passa por gente antes de acontecer. E capacitação medida: uma prática por dia, no trabalho real, com fluência medida em 30, 60 e 90 dias. Porque sistema novo com a empresa pensando do jeito antigo não transforma nada.</a:t>
            </a:r>
            <a:endParaRPr lang="en-US" sz="1250" dirty="0"/>
          </a:p>
        </p:txBody>
      </p:sp>
      <p:pic>
        <p:nvPicPr>
          <p:cNvPr id="7" name="Image 0" descr="/home/user/abba-ops/08-materiais/assets/fotos/portal--inicio-a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611880"/>
            <a:ext cx="4453128" cy="2514600"/>
          </a:xfrm>
          <a:prstGeom prst="rect">
            <a:avLst/>
          </a:prstGeom>
        </p:spPr>
      </p:pic>
      <p:pic>
        <p:nvPicPr>
          <p:cNvPr id="8" name="Image 1" descr="/home/user/abba-ops/08-materiais/assets/fotos/construcao--relatorio-deployme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3611880"/>
            <a:ext cx="1773936" cy="2514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6163056"/>
            <a:ext cx="44531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9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portal da turma, como o seu time vê hoje.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5715000" y="6163056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9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implantação real (empresa preservada).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A DURABILIDADE · MESES 7 A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única prova que importa: funcionar sem nós no meio.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7251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operação acompanhada de perto. E a mão cada vez mais leve, de propósito.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gerenciados--relatorio-mens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0773" y="2331720"/>
            <a:ext cx="2715219" cy="3840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50773" y="6217920"/>
            <a:ext cx="271521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mensal real de operação (empresa preservada).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7370613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semanal, SLA, relatório mensal de projetado versus realizado e o registro de cada decisão contra o resultado medido.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mês 12, a diretoria não recebe uma impressão: recebe a série do ano inteiro. O que foi prometido, o que foi medido, o que ficou instalado e quem, da sua equipe, opera cada peça.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DEPOIS DO ANO?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relação vira medição anual.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segundo ano em diante: operação sob SLA, conselho trimestral e o Exame Anual de IA, a maturidade re-medida e comparada ano contra ano.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histórica que nasce daí só existe aqui e vale mais a cada ano. É dela que sai a fila de oportunidades do ano seguinte: melhorias que só aparecem depois que o fluxo novo existe. Expansões entram como mini-ciclos dentro da assinatura, cada um com a mesma regra de sempre: métrica combinada antes, medida depois.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3891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61772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Retemos clientes do único jeito que aceitamos: composição de valor, nunca dependência. Tudo o que construímos é seu, o dado é exportável, e a saída é limpa em qualquer aniversário.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com você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6712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SISTEMAS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83280" y="2148840"/>
            <a:ext cx="79827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produção, documentados, com aprovação humana nos pontos certos. Propriedade sua.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044952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1546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PESSOAS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383280" y="3136392"/>
            <a:ext cx="79827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formadas em turma própria, com fluência medida. E um dono interno para cada peça.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032504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14223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83280" y="4123944"/>
            <a:ext cx="79827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com o número combinado antes e o resultado medido depois, assinado por gente sua.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5020056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978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83280" y="5111496"/>
            <a:ext cx="79827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nossa palavra: a série de projetado versus realizado do ano inteiro, pronta para a diretoria.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03504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próximo passo não custa nada: o Mapa de Vazamento da sua operação.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2026-09-01T14:22:16Z</dcterms:created>
  <dcterms:modified xsi:type="dcterms:W3CDTF">2026-09-01T14:22:16Z</dcterms:modified>
</cp:coreProperties>
</file>