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305288"/>
            <a:ext cx="6556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CARTÃO DE REUNIÃO · DESCOBERTA DO PROTÓTIPO · PÁGINA 1 DE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6556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DE REUNIÃO · DESCOBERTA TÉCNICA DO PROTÓTIPO · 7 BLOCOS, ~60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6556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Sair daqui com o protótipo desenhável.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65562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“Hoje o meu papel é entender o problema a fundo. Vou fazer bastante pergunta, algumas bem básicas. É de propósito: o nosso time de engenharia desenha o protótipo em cima do que eu levar daqui.”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847088"/>
            <a:ext cx="6556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Ouro: pedir para MOSTRAREM · anotar todo nome próprio (sistema, tela, campo) · nunca prometer prazo ou arquitetura na hora.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6556248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295144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322576"/>
            <a:ext cx="4544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 O PROCESSO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21808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 12 min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26060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" y="2624328"/>
            <a:ext cx="6281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 contem o processo do início ao fim, como se eu fosse fazer esse trabalho amanhã: o que chega, quem pega, o que faz, para onde vai?”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548640" y="293522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" y="2953512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que DISPARA o processo: e-mail, arquivo, pedido, data do mês?”</a:t>
            </a:r>
            <a:endParaRPr lang="en-US" sz="870" dirty="0"/>
          </a:p>
        </p:txBody>
      </p:sp>
      <p:sp>
        <p:nvSpPr>
          <p:cNvPr id="16" name="Text 14"/>
          <p:cNvSpPr/>
          <p:nvPr/>
        </p:nvSpPr>
        <p:spPr>
          <a:xfrm>
            <a:off x="4846320" y="295351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entrada do fluxo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548640" y="326440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952" y="3282696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“Resposta na hora, ou pode rodar em lote, de noite?”</a:t>
            </a:r>
            <a:endParaRPr lang="en-US" sz="870" dirty="0"/>
          </a:p>
        </p:txBody>
      </p:sp>
      <p:sp>
        <p:nvSpPr>
          <p:cNvPr id="19" name="Text 17"/>
          <p:cNvSpPr/>
          <p:nvPr/>
        </p:nvSpPr>
        <p:spPr>
          <a:xfrm>
            <a:off x="4846320" y="3282696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ritmo = arquitetura e custo</a:t>
            </a:r>
            <a:endParaRPr lang="en-US" sz="730" dirty="0"/>
          </a:p>
        </p:txBody>
      </p:sp>
      <p:sp>
        <p:nvSpPr>
          <p:cNvPr id="20" name="Text 18"/>
          <p:cNvSpPr/>
          <p:nvPr/>
        </p:nvSpPr>
        <p:spPr>
          <a:xfrm>
            <a:off x="548640" y="35935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8952" y="3611880"/>
            <a:ext cx="6281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“Quantos por dia/mês? Quanto tempo cada um? Quantas pessoas tocam?”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548640" y="3922776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8952" y="3941064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 quando NÃO segue o padrão? Dois exemplos reais.”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4846320" y="3941064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de teste; onde protótipos morrem</a:t>
            </a:r>
            <a:endParaRPr lang="en-US" sz="730" dirty="0"/>
          </a:p>
        </p:txBody>
      </p:sp>
      <p:sp>
        <p:nvSpPr>
          <p:cNvPr id="25" name="Text 23"/>
          <p:cNvSpPr/>
          <p:nvPr/>
        </p:nvSpPr>
        <p:spPr>
          <a:xfrm>
            <a:off x="548640" y="425196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" y="4270248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só um pudesse ser resolvido este mês, qual tira mais dinheiro/sono?”</a:t>
            </a:r>
            <a:endParaRPr lang="en-US" sz="870" dirty="0"/>
          </a:p>
        </p:txBody>
      </p:sp>
      <p:sp>
        <p:nvSpPr>
          <p:cNvPr id="27" name="Text 25"/>
          <p:cNvSpPr/>
          <p:nvPr/>
        </p:nvSpPr>
        <p:spPr>
          <a:xfrm>
            <a:off x="4846320" y="4270248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é UM caso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502920" y="4654296"/>
            <a:ext cx="6556248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4709160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68680" y="4736592"/>
            <a:ext cx="4544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DO SUCESSO E O CUSTO DO ERRO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21808" y="47457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 10 min · O MAIS IMPORTANTE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5020056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" y="5038344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“Qual é o número de hoje: tempo, erro, custo, atraso? Já é medido? Onde?”</a:t>
            </a:r>
            <a:endParaRPr lang="en-US" sz="870" dirty="0"/>
          </a:p>
        </p:txBody>
      </p:sp>
      <p:sp>
        <p:nvSpPr>
          <p:cNvPr id="34" name="Text 32"/>
          <p:cNvSpPr/>
          <p:nvPr/>
        </p:nvSpPr>
        <p:spPr>
          <a:xfrm>
            <a:off x="4846320" y="5038344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548640" y="53492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58952" y="5367528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 número faria vocês dizerem ‘aprovado, vamos investir’?”</a:t>
            </a:r>
            <a:endParaRPr lang="en-US" sz="870" dirty="0"/>
          </a:p>
        </p:txBody>
      </p:sp>
      <p:sp>
        <p:nvSpPr>
          <p:cNvPr id="37" name="Text 35"/>
          <p:cNvSpPr/>
          <p:nvPr/>
        </p:nvSpPr>
        <p:spPr>
          <a:xfrm>
            <a:off x="4846320" y="5367528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 do GO, combinada ANTES</a:t>
            </a:r>
            <a:endParaRPr lang="en-US" sz="730" dirty="0"/>
          </a:p>
        </p:txBody>
      </p:sp>
      <p:sp>
        <p:nvSpPr>
          <p:cNvPr id="38" name="Text 36"/>
          <p:cNvSpPr/>
          <p:nvPr/>
        </p:nvSpPr>
        <p:spPr>
          <a:xfrm>
            <a:off x="548640" y="567842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58952" y="5696712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 erro seria INACEITÁVEL? E qual é tolerável, se pego na revisão?”</a:t>
            </a:r>
            <a:endParaRPr lang="en-US" sz="870" dirty="0"/>
          </a:p>
        </p:txBody>
      </p:sp>
      <p:sp>
        <p:nvSpPr>
          <p:cNvPr id="40" name="Text 38"/>
          <p:cNvSpPr/>
          <p:nvPr/>
        </p:nvSpPr>
        <p:spPr>
          <a:xfrm>
            <a:off x="4846320" y="569671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onde vai a aprovação humana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548640" y="600760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58952" y="6025896"/>
            <a:ext cx="6281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bate o martelo de que funcionou?”</a:t>
            </a:r>
            <a:endParaRPr lang="en-US" sz="870" dirty="0"/>
          </a:p>
        </p:txBody>
      </p:sp>
      <p:sp>
        <p:nvSpPr>
          <p:cNvPr id="43" name="Shape 41"/>
          <p:cNvSpPr/>
          <p:nvPr/>
        </p:nvSpPr>
        <p:spPr>
          <a:xfrm>
            <a:off x="502920" y="6409944"/>
            <a:ext cx="6556248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" y="6464808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868680" y="6492240"/>
            <a:ext cx="4544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DO TRABALHO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21808" y="650138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 10 min · O QUE DESENHA A SOLUÇÃO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48640" y="677570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58952" y="6793992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eu colocasse aqui amanhã um estagiário brilhante, sem experiência da casa: o que diriam para ele fazer, em que ordem? E o que ele ERRARIA no primeiro mês? Por quê?”</a:t>
            </a:r>
            <a:endParaRPr lang="en-US" sz="870" dirty="0"/>
          </a:p>
        </p:txBody>
      </p:sp>
      <p:sp>
        <p:nvSpPr>
          <p:cNvPr id="49" name="Text 47"/>
          <p:cNvSpPr/>
          <p:nvPr/>
        </p:nvSpPr>
        <p:spPr>
          <a:xfrm>
            <a:off x="4846320" y="679399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erraria = o conhecimento tácito que vira instrução, exemplo ou revisão</a:t>
            </a:r>
            <a:endParaRPr lang="en-US" sz="730" dirty="0"/>
          </a:p>
        </p:txBody>
      </p:sp>
      <p:sp>
        <p:nvSpPr>
          <p:cNvPr id="50" name="Text 48"/>
          <p:cNvSpPr/>
          <p:nvPr/>
        </p:nvSpPr>
        <p:spPr>
          <a:xfrm>
            <a:off x="548640" y="710488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58952" y="7123176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“Onde está ESCRITO como fazer certo: manual, política, tabela, catálogo, histórico? E o que só existe na cabeça de alguém?”</a:t>
            </a:r>
            <a:endParaRPr lang="en-US" sz="870" dirty="0"/>
          </a:p>
        </p:txBody>
      </p:sp>
      <p:sp>
        <p:nvSpPr>
          <p:cNvPr id="52" name="Text 50"/>
          <p:cNvSpPr/>
          <p:nvPr/>
        </p:nvSpPr>
        <p:spPr>
          <a:xfrm>
            <a:off x="4846320" y="7123176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consulta da solução</a:t>
            </a:r>
            <a:endParaRPr lang="en-US" sz="730" dirty="0"/>
          </a:p>
        </p:txBody>
      </p:sp>
      <p:sp>
        <p:nvSpPr>
          <p:cNvPr id="53" name="Text 51"/>
          <p:cNvSpPr/>
          <p:nvPr/>
        </p:nvSpPr>
        <p:spPr>
          <a:xfrm>
            <a:off x="548640" y="74340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58952" y="7452360"/>
            <a:ext cx="6281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“Quais passos são ‘seguir regra’, e quais têm decisão de verdade?”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548640" y="7763256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58952" y="7781544"/>
            <a:ext cx="6281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“Como vocês reconhecem um resultado BEM feito? E um que parece certo mas está errado?”</a:t>
            </a:r>
            <a:endParaRPr lang="en-US" sz="8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305288"/>
            <a:ext cx="6556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CARTÃO DE REUNIÃO · DESCOBERTA DO PROTÓTIPO · PÁGINA 2 DE 2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320040"/>
            <a:ext cx="6556248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74904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402336"/>
            <a:ext cx="4544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SISTEMAS E O DESTINO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21808" y="4114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 8 min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8952" y="704088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“Onde o processo mora: que sistemas, planilhas, ferramentas? Nuvem ou servidor de vocês?”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4846320" y="704088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e versão</a:t>
            </a:r>
            <a:endParaRPr lang="en-US" sz="730" dirty="0"/>
          </a:p>
        </p:txBody>
      </p:sp>
      <p:sp>
        <p:nvSpPr>
          <p:cNvPr id="10" name="Text 8"/>
          <p:cNvSpPr/>
          <p:nvPr/>
        </p:nvSpPr>
        <p:spPr>
          <a:xfrm>
            <a:off x="548640" y="10149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58952" y="1033272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“Como a informação entra e sai: digitação, relatório exportado, integração automática?”</a:t>
            </a:r>
            <a:endParaRPr lang="en-US" sz="870" dirty="0"/>
          </a:p>
        </p:txBody>
      </p:sp>
      <p:sp>
        <p:nvSpPr>
          <p:cNvPr id="12" name="Text 10"/>
          <p:cNvSpPr/>
          <p:nvPr/>
        </p:nvSpPr>
        <p:spPr>
          <a:xfrm>
            <a:off x="4846320" y="103327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= a ‘tomada’ que liga sistemas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548640" y="134416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58952" y="1362456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resultado precisa chegar ONDE, em que formato, para quem?”</a:t>
            </a:r>
            <a:endParaRPr lang="en-US" sz="870" dirty="0"/>
          </a:p>
        </p:txBody>
      </p:sp>
      <p:sp>
        <p:nvSpPr>
          <p:cNvPr id="15" name="Text 13"/>
          <p:cNvSpPr/>
          <p:nvPr/>
        </p:nvSpPr>
        <p:spPr>
          <a:xfrm>
            <a:off x="4846320" y="1362456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destino define a última etapa</a:t>
            </a:r>
            <a:endParaRPr lang="en-US" sz="730" dirty="0"/>
          </a:p>
        </p:txBody>
      </p:sp>
      <p:sp>
        <p:nvSpPr>
          <p:cNvPr id="16" name="Text 14"/>
          <p:cNvSpPr/>
          <p:nvPr/>
        </p:nvSpPr>
        <p:spPr>
          <a:xfrm>
            <a:off x="548640" y="167335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8952" y="1691640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“Para a prova, exportação manual serve? Alguém extrai e nos manda?”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4846320" y="1691640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de-risk: tira a TI do caminho crítico; a integração real é a fase 2 do Programa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548640" y="2002536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8952" y="2020824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administra: TI interna, fornecedor, terceirizada?”</a:t>
            </a:r>
            <a:endParaRPr lang="en-US" sz="870" dirty="0"/>
          </a:p>
        </p:txBody>
      </p:sp>
      <p:sp>
        <p:nvSpPr>
          <p:cNvPr id="21" name="Text 19"/>
          <p:cNvSpPr/>
          <p:nvPr/>
        </p:nvSpPr>
        <p:spPr>
          <a:xfrm>
            <a:off x="4846320" y="2020824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quem virá o acesso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502920" y="2404872"/>
            <a:ext cx="6556248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459736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68680" y="2487168"/>
            <a:ext cx="4544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 A AMOSTRA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21808" y="24963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 10 min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8640" y="277063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" y="2788920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 documentos e dados o processo usa e produz?”</a:t>
            </a:r>
            <a:endParaRPr lang="en-US" sz="870" dirty="0"/>
          </a:p>
        </p:txBody>
      </p:sp>
      <p:sp>
        <p:nvSpPr>
          <p:cNvPr id="28" name="Text 26"/>
          <p:cNvSpPr/>
          <p:nvPr/>
        </p:nvSpPr>
        <p:spPr>
          <a:xfrm>
            <a:off x="4846320" y="2788920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PARA VER UM EXEMPLAR NA HORA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548640" y="3099816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58952" y="3118104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“PDF escaneado ou digital? Foto? Áudio? Planilha padronizada ou cada um de um jeito?”</a:t>
            </a:r>
            <a:endParaRPr lang="en-US" sz="870" dirty="0"/>
          </a:p>
        </p:txBody>
      </p:sp>
      <p:sp>
        <p:nvSpPr>
          <p:cNvPr id="31" name="Text 29"/>
          <p:cNvSpPr/>
          <p:nvPr/>
        </p:nvSpPr>
        <p:spPr>
          <a:xfrm>
            <a:off x="4846320" y="3118104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o protótipo inteiro</a:t>
            </a:r>
            <a:endParaRPr lang="en-US" sz="730" dirty="0"/>
          </a:p>
        </p:txBody>
      </p:sp>
      <p:sp>
        <p:nvSpPr>
          <p:cNvPr id="32" name="Text 30"/>
          <p:cNvSpPr/>
          <p:nvPr/>
        </p:nvSpPr>
        <p:spPr>
          <a:xfrm>
            <a:off x="548640" y="34290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" y="3447288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“Quantos por mês? Guardado desde quando? Onde? · Tem dado pessoal: nome, CPF, salário?”</a:t>
            </a:r>
            <a:endParaRPr lang="en-US" sz="870" dirty="0"/>
          </a:p>
        </p:txBody>
      </p:sp>
      <p:sp>
        <p:nvSpPr>
          <p:cNvPr id="34" name="Text 32"/>
          <p:cNvSpPr/>
          <p:nvPr/>
        </p:nvSpPr>
        <p:spPr>
          <a:xfrm>
            <a:off x="4846320" y="3447288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→ anonimização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548640" y="37581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58952" y="3776472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empresa permite IA em nuvem sobre esses dados, ou fica tudo dentro de casa?”</a:t>
            </a:r>
            <a:endParaRPr lang="en-US" sz="870" dirty="0"/>
          </a:p>
        </p:txBody>
      </p:sp>
      <p:sp>
        <p:nvSpPr>
          <p:cNvPr id="37" name="Text 35"/>
          <p:cNvSpPr/>
          <p:nvPr/>
        </p:nvSpPr>
        <p:spPr>
          <a:xfrm>
            <a:off x="4846320" y="377647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as duas vias</a:t>
            </a:r>
            <a:endParaRPr lang="en-US" sz="730" dirty="0"/>
          </a:p>
        </p:txBody>
      </p:sp>
      <p:sp>
        <p:nvSpPr>
          <p:cNvPr id="38" name="Text 36"/>
          <p:cNvSpPr/>
          <p:nvPr/>
        </p:nvSpPr>
        <p:spPr>
          <a:xfrm>
            <a:off x="548640" y="408736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58952" y="4105656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“Precisamos de 20–50 exemplos reais com a resposta certa de cada um: um gabarito. Quem monta, e até quando?”</a:t>
            </a:r>
            <a:endParaRPr lang="en-US" sz="870" dirty="0"/>
          </a:p>
        </p:txBody>
      </p:sp>
      <p:sp>
        <p:nvSpPr>
          <p:cNvPr id="40" name="Text 38"/>
          <p:cNvSpPr/>
          <p:nvPr/>
        </p:nvSpPr>
        <p:spPr>
          <a:xfrm>
            <a:off x="4846320" y="4105656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régua com que o protótipo será medido</a:t>
            </a:r>
            <a:endParaRPr lang="en-US" sz="730" dirty="0"/>
          </a:p>
        </p:txBody>
      </p:sp>
      <p:sp>
        <p:nvSpPr>
          <p:cNvPr id="41" name="Shape 39"/>
          <p:cNvSpPr/>
          <p:nvPr/>
        </p:nvSpPr>
        <p:spPr>
          <a:xfrm>
            <a:off x="502920" y="4489704"/>
            <a:ext cx="6556248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4544568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68680" y="4572000"/>
            <a:ext cx="4544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PESSOAS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321808" y="458114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 5 min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48640" y="485546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58952" y="4873752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faz hoje? Quem conhece as exceções de cor?”</a:t>
            </a:r>
            <a:endParaRPr lang="en-US" sz="870" dirty="0"/>
          </a:p>
        </p:txBody>
      </p:sp>
      <p:sp>
        <p:nvSpPr>
          <p:cNvPr id="47" name="Text 45"/>
          <p:cNvSpPr/>
          <p:nvPr/>
        </p:nvSpPr>
        <p:spPr>
          <a:xfrm>
            <a:off x="4846320" y="48737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2ª pessoa participa do protótipo</a:t>
            </a:r>
            <a:endParaRPr lang="en-US" sz="730" dirty="0"/>
          </a:p>
        </p:txBody>
      </p:sp>
      <p:sp>
        <p:nvSpPr>
          <p:cNvPr id="48" name="Text 46"/>
          <p:cNvSpPr/>
          <p:nvPr/>
        </p:nvSpPr>
        <p:spPr>
          <a:xfrm>
            <a:off x="548640" y="518464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58952" y="5202936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“Quantas horas por semana essa pessoa nos dá durante o protótipo?”</a:t>
            </a:r>
            <a:endParaRPr lang="en-US" sz="870" dirty="0"/>
          </a:p>
        </p:txBody>
      </p:sp>
      <p:sp>
        <p:nvSpPr>
          <p:cNvPr id="50" name="Text 48"/>
          <p:cNvSpPr/>
          <p:nvPr/>
        </p:nvSpPr>
        <p:spPr>
          <a:xfrm>
            <a:off x="4846320" y="5202936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real; perguntar SEMPRE</a:t>
            </a:r>
            <a:endParaRPr lang="en-US" sz="730" dirty="0"/>
          </a:p>
        </p:txBody>
      </p:sp>
      <p:sp>
        <p:nvSpPr>
          <p:cNvPr id="51" name="Text 49"/>
          <p:cNvSpPr/>
          <p:nvPr/>
        </p:nvSpPr>
        <p:spPr>
          <a:xfrm>
            <a:off x="548640" y="551383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58952" y="5532120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revisa e aprova o que a IA fizer?”</a:t>
            </a:r>
            <a:endParaRPr lang="en-US" sz="870" dirty="0"/>
          </a:p>
        </p:txBody>
      </p:sp>
      <p:sp>
        <p:nvSpPr>
          <p:cNvPr id="53" name="Text 51"/>
          <p:cNvSpPr/>
          <p:nvPr/>
        </p:nvSpPr>
        <p:spPr>
          <a:xfrm>
            <a:off x="4846320" y="5532120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executa, gente da confiança de vocês valida</a:t>
            </a:r>
            <a:endParaRPr lang="en-US" sz="730" dirty="0"/>
          </a:p>
        </p:txBody>
      </p:sp>
      <p:sp>
        <p:nvSpPr>
          <p:cNvPr id="54" name="Text 52"/>
          <p:cNvSpPr/>
          <p:nvPr/>
        </p:nvSpPr>
        <p:spPr>
          <a:xfrm>
            <a:off x="548640" y="5843016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58952" y="5861304"/>
            <a:ext cx="4041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é o nosso ponto focal técnico?”</a:t>
            </a:r>
            <a:endParaRPr lang="en-US" sz="870" dirty="0"/>
          </a:p>
        </p:txBody>
      </p:sp>
      <p:sp>
        <p:nvSpPr>
          <p:cNvPr id="56" name="Text 54"/>
          <p:cNvSpPr/>
          <p:nvPr/>
        </p:nvSpPr>
        <p:spPr>
          <a:xfrm>
            <a:off x="4846320" y="5861304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3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+ canal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502920" y="6245352"/>
            <a:ext cx="6556248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2920" y="6300216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68680" y="6327648"/>
            <a:ext cx="4544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LOGÍSTICA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321808" y="633679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 5 min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48640" y="661111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58952" y="6629400"/>
            <a:ext cx="6281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“Precisa de NDA antes da amostra? Quem autoriza acessos?”</a:t>
            </a:r>
            <a:endParaRPr lang="en-US" sz="870" dirty="0"/>
          </a:p>
        </p:txBody>
      </p:sp>
      <p:sp>
        <p:nvSpPr>
          <p:cNvPr id="63" name="Text 61"/>
          <p:cNvSpPr/>
          <p:nvPr/>
        </p:nvSpPr>
        <p:spPr>
          <a:xfrm>
            <a:off x="548640" y="6940296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58952" y="6958584"/>
            <a:ext cx="6281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bater a meta, quem decide o passo seguinte, e em que fórum?”</a:t>
            </a:r>
            <a:endParaRPr lang="en-US" sz="870" dirty="0"/>
          </a:p>
        </p:txBody>
      </p:sp>
      <p:sp>
        <p:nvSpPr>
          <p:cNvPr id="65" name="Text 63"/>
          <p:cNvSpPr/>
          <p:nvPr/>
        </p:nvSpPr>
        <p:spPr>
          <a:xfrm>
            <a:off x="548640" y="7269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758952" y="7287768"/>
            <a:ext cx="6281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Prazo: não prometer na hora. “Nosso time volta com o desenho, cronograma e critérios por escrito.”</a:t>
            </a:r>
            <a:endParaRPr lang="en-US" sz="870" dirty="0"/>
          </a:p>
        </p:txBody>
      </p:sp>
      <p:sp>
        <p:nvSpPr>
          <p:cNvPr id="67" name="Shape 65"/>
          <p:cNvSpPr/>
          <p:nvPr/>
        </p:nvSpPr>
        <p:spPr>
          <a:xfrm>
            <a:off x="502920" y="7690104"/>
            <a:ext cx="6556248" cy="0"/>
          </a:xfrm>
          <a:prstGeom prst="line">
            <a:avLst/>
          </a:prstGeom>
          <a:noFill/>
          <a:ln w="15240">
            <a:solidFill>
              <a:srgbClr val="1B2A4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2920" y="7763256"/>
            <a:ext cx="6556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SAIA DA REUNIÃO SEM · OS 12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02920" y="8019288"/>
            <a:ext cx="31866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UM caso escolhido (demais → fila)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3781044" y="8019288"/>
            <a:ext cx="32781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Onde está escrito como fazer certo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02920" y="8193024"/>
            <a:ext cx="31866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Processo + gatilho + ritmo (hora × lote)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3781044" y="8193024"/>
            <a:ext cx="32781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Sistemas com nome (nuvem × local)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02920" y="8366760"/>
            <a:ext cx="31866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Baseline em número + onde é medido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781044" y="8366760"/>
            <a:ext cx="32781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Formato real visto + destino da saída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02920" y="8540496"/>
            <a:ext cx="31866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meta que define GO, dita por eles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3781044" y="8540496"/>
            <a:ext cx="32781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Amostra c/ gabarito + horas do especialista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02920" y="8714232"/>
            <a:ext cx="31866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 erro inaceitável, nomeado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3781044" y="8714232"/>
            <a:ext cx="32781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Usuário-chave + aprovador + ponto focal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02920" y="8887968"/>
            <a:ext cx="31866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 que o estagiário erraria (tácito)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781044" y="8887968"/>
            <a:ext cx="32781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Dados podem sair? IA em nuvem ok?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02920" y="9116568"/>
            <a:ext cx="6556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 · MUDAM A CONVERSA, NÃO MATAM A REUNIÃO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02920" y="9317736"/>
            <a:ext cx="65562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 acessível → protótipo começa capturando o dado · Sem número → 1ª semana mede o hoje · “Automatizar tudo” → “tudo começa por um. Qual?” · Conhecimento todo na cabeça de um → sessões de extração antes do desenho · Especialista sem tempo → cronograma é ficção; renegociar · Erro inaceitável em tudo → nasce com aprovação humana em tudo, e a autonomia cresce com a confiança medida · Dado preso + sem infra → desenho especial, sem prazo na hora.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502920" y="9866376"/>
            <a:ext cx="6556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Mesmo dia: registro dos 7 blocos ao time. O que faltar vira pergunta ao ponto focal, não segunda reunião.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2026-09-02T18:40:13Z</dcterms:created>
  <dcterms:modified xsi:type="dcterms:W3CDTF">2026-09-02T18:40:13Z</dcterms:modified>
</cp:coreProperties>
</file>