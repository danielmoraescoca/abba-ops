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5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 + ABBA Portal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mentalidade nova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aqui que a transformação alcança cada pessoa.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níveis, plataforma própria + presencial.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portal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2057400"/>
            <a:ext cx="420624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59752" y="2057400"/>
            <a:ext cx="4206240" cy="237744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2552" y="4507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ABBA Portal real — trilhas por nível, progresso e o coach de IA sempre presente.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5925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todos os níveis da equipe — na nossa plataforma própria e em sessões presenciais nos marcos do programa.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5925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plataforma: trilhas por nível, desafios práticos aplicados no trabalho real, um coach de IA disponível o tempo todo e credencial verificável ao graduar.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objetivo não é ensinar ferramenta.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instalar, em cada pessoa, três perguntas que mudam o jeito de olhar o próprio trabalho: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0543032" cy="169164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136392"/>
            <a:ext cx="9628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parar de fazer — porque a IA agora faz?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começar a fazer — porque a IA agora permite?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só eu faço — e devo fazer ainda melhor?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organização inteira pensa assim, a mudança deixa de depender de consultor.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que vira comportamento.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no trabalho real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aprende assistindo vídeo: cada trilha exige aplicar no próprio trabalho — e mostrar o resultado.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bússola pessoal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colaborador mantém o próprio parar · começar · continuar — o instrumento que acompanha a mudança, do primeiro dia à graduação.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desbloqueia ferramenta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avanço na trilha libera ferramentas novas — o aprendizado vira produtividade no mesmo dia.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Campeões internos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destaques de cada área são formados para carregar a transformação depois que saímos da sala.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 VOCÊ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 instalada — e medida com honestidade.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equipe formada, nível a nível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diretoria à linha de frente, cada um com a trilha do seu papel.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06624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98064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Campeões certificados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verificável — e a responsabilidade de manter o movimento vivo.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40156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9300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medição que importa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medimos, semanas depois, se o comportamento mudou de verdade — não se o vídeo foi assistido.</a:t>
            </a:r>
            <a:endParaRPr lang="en-US" sz="1450" dirty="0"/>
          </a:p>
        </p:txBody>
      </p:sp>
      <p:pic>
        <p:nvPicPr>
          <p:cNvPr id="9" name="Image 0" descr="/tmp/claude-0/-home-user/3b340934-06d1-5f26-b467-4c811e620256/scratchpad/onepager/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25112"/>
            <a:ext cx="1901952" cy="411480"/>
          </a:xfrm>
          <a:prstGeom prst="rect">
            <a:avLst/>
          </a:prstGeom>
        </p:spPr>
      </p:pic>
      <p:pic>
        <p:nvPicPr>
          <p:cNvPr id="10" name="Image 1" descr="/tmp/claude-0/-home-user/3b340934-06d1-5f26-b467-4c811e620256/scratchpad/onepager/crewa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325112"/>
            <a:ext cx="1353312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Anda junto com a construção.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 pessoas se transformam ao mesmo tempo — porque de nada adiantam sistemas novos com a empresa pensando do jeito antigo. E durante a capacitação, sua equipe usa ferramentas dos nossos parceiros para construir as próprias soluções.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2026-08-06T19:06:34Z</dcterms:created>
  <dcterms:modified xsi:type="dcterms:W3CDTF">2026-08-06T19:06:34Z</dcterms:modified>
</cp:coreProperties>
</file>