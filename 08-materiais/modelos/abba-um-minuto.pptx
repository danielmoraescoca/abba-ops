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2971800"/>
            <a:ext cx="6007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as soluções que melhoram o dia a dia da operação, formamos as pessoas para trabalhar com IA — e ficamos ao seu lado acompanhando, mês a mês, os resultados de cada solução.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384048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005072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JORNADA, EM SETE PASSOS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25880" y="4343400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— e o Mapa de Vazamento gratuito, com uma estimativa em reais do que pode estar vazando.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325880" y="4837176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55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25880" y="4910328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mergulho profundo na sua empresa, do conselho à linha de frente. Sai um portfólio ranqueado e quantificado.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5404104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25880" y="5477256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 os seus dados reais. A diretoria decide GO ou NO-GO com números na mesa.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325880" y="5971032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989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25880" y="6044184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sob medida, em produção, com aprovação humana em tudo que é crítico.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6537960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6556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25880" y="6611112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níveis: plataforma própria + presencial. Campeões internos carregam a transformação.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25880" y="7104888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7123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25880" y="7178040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com presença: ritual semanal de 20 minutos e o diário decisão → resultado medido.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7671816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7690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325880" y="7744968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do seu lado da mesa — também para quem já tem IA rodando.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8458200"/>
            <a:ext cx="6007608" cy="9144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8577072"/>
            <a:ext cx="5458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mentalidade que instalamos em cada colaborador: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51560" y="8814816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fazer, porque a IA agora faz? · O que posso começar a fazer, porque a IA agora permite? · O que só eu faço — e devo fazer ainda melhor?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9509760"/>
            <a:ext cx="6007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   </a:t>
            </a:r>
            <a:pPr indent="0" marL="0"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 CrewAI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77240" y="9765792"/>
            <a:ext cx="6007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primeiro passo não custa nada: o seu Mapa de Vazamento, em 48 horas.  ·  contato@abbaservices.com.br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2026-08-05T18:12:10Z</dcterms:created>
  <dcterms:modified xsi:type="dcterms:W3CDTF">2026-08-05T18:12:10Z</dcterms:modified>
</cp:coreProperties>
</file>