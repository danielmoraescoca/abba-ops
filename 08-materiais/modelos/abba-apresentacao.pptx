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96926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6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 DE INTELIGÊNCIA ARTIFICIAL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77240" y="1828800"/>
            <a:ext cx="5852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Tornamos a sua empresa AI native.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777240" y="370332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SOMOS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77240" y="4023360"/>
            <a:ext cx="6007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ABBA é uma consultoria de inteligência artificial. Entramos na sua empresa para entendê-la a fundo, construímos as soluções certas para o seu fluxo de trabalho, validamos cada uma com dados reais antes de qualquer investimento pesado, formamos as suas pessoas — e ficamos ao seu lado acompanhando, mês a mês, o que mudou.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5029200"/>
            <a:ext cx="60076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acontece em duas frentes ao mesmo tempo. Nos processos: projetamos e implantamos sistemas inteligentes — arquitetura, integrações e agentes de IA trabalhando em conjunto — que tornam a operação mais eficiente, mais rápida e mais poderosa. E nas pessoas: formamos cada nível da equipe para trabalhar com IA e enxergar o próprio trabalho de um jeito novo.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77240" y="626364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653796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NOSSO PROCESSO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77240" y="6903720"/>
            <a:ext cx="60076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Começa na diretoria e se estende, como raízes,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toda a empresa — até alcançar cada pessoa,</a:t>
            </a:r>
            <a:endParaRPr lang="en-US" sz="19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900" i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cada processo, todos os dias.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777240" y="850392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8778240"/>
            <a:ext cx="6007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próximas páginas, o caminho completo — da primeira conversa à cadeira de estrategista na sua diretoria: o que fazemos em cada etapa, por quê, e como.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1 DE 3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· PRIMEIRA PARTE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950976"/>
            <a:ext cx="6007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primeira conversa aos sistemas rodando.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77240" y="1426464"/>
            <a:ext cx="6007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etapa entrega algo inteiro sozinha — e produz o insumo da próxima.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22376" y="18745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196596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conversa — e o Mapa de Vazamento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554480" y="233172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minutos de conversa — e nós já chegamos com uma análise da sua empresa feita, com informação pública, incluindo uma estimativa em reais do que pode estar vazando na operação.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554480" y="2871216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deveria pagar para descobrir se faz sentido. E conversa boa começa com um número na mesa, não com promessa.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554480" y="3273552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 recebe o documento em 48 horas, sem custo e sem compromisso. Se fizer sentido, seguimos.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777240" y="373075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2376" y="3840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554480" y="393192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 — o mergulho profundo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554480" y="429768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Entramos na empresa e fazemos um mergulho profundo, do conselho à linha de frente: como o trabalho realmente flui, onde quebra, onde vaza valor, quem decide o quê.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554480" y="4837176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 genérica falha. O que funciona nasce de entender o seu negócio — e não é o que a empresa acha que precisa: é o que o mergulho revela.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554480" y="5239512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 em todos os níveis, com nossa ferramenta própria de análise. Você sai com um portfólio de oportunidades ranqueado e quantificado — não uma lista de ideias.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777240" y="583387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22376" y="5943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554480" y="6035040"/>
            <a:ext cx="5230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Protótipo de caso de uso — a prova antes do investimento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554480" y="6656832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construir de verdade, escolhemos o caso de uso mais promissor e construímos um protótipo com os seus dados reais.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554480" y="705916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investe no escuro. O protótipo é a prova antes do compromisso — e mata no papel a ideia que não fica de pé.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554480" y="746150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sua diretoria decide GO ou NO-GO com números na mesa. NO-GO também é resultado: custou pouco e evitou um investimento errado.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77240" y="7918704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2376" y="8028432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4" name="Text 22"/>
          <p:cNvSpPr/>
          <p:nvPr/>
        </p:nvSpPr>
        <p:spPr>
          <a:xfrm>
            <a:off x="1554480" y="8119872"/>
            <a:ext cx="52303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Construção e implantação — a engenharia da solução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1554480" y="8741664"/>
            <a:ext cx="5230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Projetamos a arquitetura da solução — dados, integrações, lógica de decisão — e construímos sistemas inteligentes sob medida, com agentes de IA inseridos onde fazem diferença, em produção no fluxo real da sua equipe.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554480" y="939088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 na gaveta não muda empresa. Sistema rodando muda — deixa a operação mais eficiente, mais rápida e mais poderosa.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554480" y="979322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a tecnologia dos nossos parceiros e pontos de aprovação humana em tudo que é crítico: a IA executa, gente da sua confiança valida.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10277856"/>
            <a:ext cx="4389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INTELIGÊNCIA ARTIFICIAL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773168" y="1027785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 2 DE 3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685800"/>
            <a:ext cx="6007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2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· SEGUNDA PARTE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77240" y="932688"/>
            <a:ext cx="6007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pessoas, a operação e a cadeira.</a:t>
            </a:r>
            <a:endParaRPr lang="en-US" sz="2100" dirty="0"/>
          </a:p>
        </p:txBody>
      </p:sp>
      <p:sp>
        <p:nvSpPr>
          <p:cNvPr id="4" name="Text 2"/>
          <p:cNvSpPr/>
          <p:nvPr/>
        </p:nvSpPr>
        <p:spPr>
          <a:xfrm>
            <a:off x="777240" y="1426464"/>
            <a:ext cx="6007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Porque de nada adiantam sistemas novos com a empresa pensando do jeito antigo.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22376" y="1783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54480" y="1874520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Treinamento + ABBA Portal — a mentalidade nova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554480" y="2240280"/>
            <a:ext cx="5230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Formamos todos os níveis da equipe — na nossa plataforma própria (trilhas por nível, desafios práticos, um coach de IA disponível o tempo todo, credencial verificável ao graduar) e em sessões presenciais nos marcos do programa.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554480" y="2953512"/>
            <a:ext cx="523036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aqui que a árvore toca cada funcionário. O objetivo não é ensinar ferramenta — é instalar, em cada pessoa, três perguntas que mudam o jeito de olhar o próprio trabalho: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554480" y="3465576"/>
            <a:ext cx="5230368" cy="932688"/>
          </a:xfrm>
          <a:prstGeom prst="rect">
            <a:avLst/>
          </a:prstGeom>
          <a:solidFill>
            <a:srgbClr val="F7F4EE"/>
          </a:solidFill>
          <a:ln/>
        </p:spPr>
      </p:sp>
      <p:sp>
        <p:nvSpPr>
          <p:cNvPr id="10" name="Text 8"/>
          <p:cNvSpPr/>
          <p:nvPr/>
        </p:nvSpPr>
        <p:spPr>
          <a:xfrm>
            <a:off x="1828800" y="3584448"/>
            <a:ext cx="46817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parar de fazer — porque a IA agora faz?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eu posso começar a fazer — porque a IA agora permite?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só eu faço — e devo fazer ainda melhor?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554480" y="4526280"/>
            <a:ext cx="5230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Campeões internos formados carregam a transformação depois que saímos da sala. Quando a organização inteira pensa assim, a mudança deixa de depender de consultor — e a capacidade fica com vocês.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777240" y="5056632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2376" y="51846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54480" y="5276088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Sistemas gerenciados — a operação com presença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1554480" y="564184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Operamos o que construímos: monitoramento, evolução contínua e um ritual semanal de 20 minutos com quem decide.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554480" y="604418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sem dono definha. E a diretoria precisa ver o retorno — não sentir que ele existe.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554480" y="6446520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decisão entra num diário: métrica combinada antes, resultado medido depois. A prova, mês a mês, do que a IA está devolvendo.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777240" y="690372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2376" y="7013448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98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1554480" y="7104888"/>
            <a:ext cx="5230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Conselheiro de IA — do seu lado da mesa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554480" y="7470648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estrategista de IA presente na sua diretoria: roadmap vivo, governança, e análise independente de qualquer proposta de fornecedor que chegar.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554480" y="7872984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QUÊ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fornecedor de IA tem um vendedor. A sua mesa merece alguém do seu lado quando a fatura chega.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554480" y="8275320"/>
            <a:ext cx="52303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  </a:t>
            </a:r>
            <a:pPr indent="0" marL="0">
              <a:lnSpc>
                <a:spcPts val="1350"/>
              </a:lnSpc>
              <a:buNone/>
            </a:pPr>
            <a:r>
              <a:rPr lang="en-US" sz="98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Presença recorrente na diretoria, com cada recomendação registrada. Também para quem já tem IA rodando — não precisa do programa para ter a cadeira.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77240" y="8933688"/>
            <a:ext cx="6007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750" b="1" spc="20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PARCEIROS OFICIAIS   </a:t>
            </a:r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23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e CrewAI — durante a capacitação, sua equipe usa ferramentas dos nossos parceiros para construir as próprias soluções.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777240" y="9299448"/>
            <a:ext cx="60076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Somos uma firma nova, e não inventamos histórico: o que mostramos é o método e o registro — mais do que a maioria consegue mostrar depois de dez clientes.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77240" y="9710928"/>
            <a:ext cx="60076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história começa com uma conversa de 45 minutos —</a:t>
            </a:r>
            <a:endParaRPr lang="en-US" sz="13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com o seu Mapa de Vazamento, gratuito, em 48 horas.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777240" y="10195560"/>
            <a:ext cx="6007608" cy="0"/>
          </a:xfrm>
          <a:prstGeom prst="line">
            <a:avLst/>
          </a:prstGeom>
          <a:noFill/>
          <a:ln w="9525">
            <a:solidFill>
              <a:srgbClr val="D9D2C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102778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 — CONSULTORIA DE IA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858768" y="102778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140" kern="0" dirty="0">
                <a:solidFill>
                  <a:srgbClr val="B898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CONTATO@ABBASERVICES.COM.BR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2026-08-05T19:17:18Z</dcterms:created>
  <dcterms:modified xsi:type="dcterms:W3CDTF">2026-08-05T19:17:18Z</dcterms:modified>
</cp:coreProperties>
</file>