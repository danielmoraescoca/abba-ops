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543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212848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faz duas coisas que não dá para fazer de dentro de uma empresa: constrói capacidade de IA em escala, com arquitetura, integrações e agentes trabalhando em conjunto e um time inteiro formado, e prova, como terceiro, o que mudou: cada decisão com o número que ela precisa mover, combinado antes, medido depois, assinado por gente. No fim, a diretoria tem prova, não impressão.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43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maioria dos projetos de IA não falha na tecnologia. A pesquisa mais séria que existe, da RAND, mediu: mais de 80% falham, o dobro dos projetos comuns de tecnologia, e a causa número um é começar sem combinar o que seria dar certo. É exatamente aí que trabalhamos.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074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NOSSAS RAÍZES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544068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Trabalhamos com raízes: verdade dita mesmo quando custa, número antes de opinião, e o compromisso de nos tornarmos desnecessários no operacional. O que instalamos fica com você — os sistemas, as pessoas formadas e o registro de tudo o que foi decidido e medido.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primeira conversa à capacidade instalada: um programa, um ano.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começa com um mapa do que estimamos estar vazando, feito de fora e sem custo. Se fizer sentido, o programa percorre três fases — e você tem uma porta de saída limpa em cada uma delas.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65176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semanas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Mergulho nos processos onde o dinheiro vaza e um caso construído com os seus dados, rodando e medido contra a métrica combinada por escrito na primeira semana — mais o portfólio completo de oportunidades, ranqueado.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5029200"/>
            <a:ext cx="3270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promessa não decide investimento; número decide. Você delibera sobre o ano inteiro com um caso provado na mesa.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59224" y="251460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9224" y="265176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59224" y="292608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dois a seis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9224" y="3246120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aprovados entram em produção, com arquitetura, integrações e agentes de IA com pontos de aprovação humana — e a sua equipe é formada em turma própria, com fluência medida em 30, 60 e 90 dias.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459224" y="5029200"/>
            <a:ext cx="3270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sistemas novos com a empresa pensando do jeito antigo não transformam nada. Pessoas e sistemas andam juntos.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95488" y="251460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95488" y="265176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95488" y="292608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sete a doze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95488" y="3246120"/>
            <a:ext cx="327050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acompanhada, presença semanal, relatório mensal de projetado versus realizado e o registro de cada decisão contra o resultado medido.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95488" y="5029200"/>
            <a:ext cx="327050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a única prova que importa para a sua diretoria é a capacidade funcionando sem consultor no meio — e isso só o tempo mostra.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6053328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Portão da Prova: ao fim da fase 1, a decisão volta para a sua mão. Se o número não apareceu, ou se você simplesmente mudar de ideia, sai levando tudo o que foi produzido — sem multa e sem constrangimento.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PRIMEIRO 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não termina: ela passa a ser medida todo ano.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10543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segundo ano em diante, a empresa opera sozinha e nós ficamos com o que não dá para fazer de dentro: a operação acompanhada, o conselho trimestral e o Exame Anual de IA — a re-medição completa da maturidade da empresa, comparada ano contra ano. A série histórica que nasce daí só existe aqui, vale mais a cada ano, e é dela que sai a fila de oportunidades do ano seguinte.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246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TEM IA RODANDO?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já construiu, a oferta é outra: o Conselheiro de IA — a cadeira de direção estratégica, fracionária, do seu lado da mesa, com parecer por escrito sobre cada fornecedor e a memória do que foi decidido e medido.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68172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</a:t>
            </a:r>
            <a:endParaRPr lang="en-US" sz="1100" dirty="0"/>
          </a:p>
        </p:txBody>
      </p:sp>
      <p:pic>
        <p:nvPicPr>
          <p:cNvPr id="10" name="Image 0" descr="/home/user/abba-ops/08-materiais/assets/marca/logo-microso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0"/>
            <a:ext cx="1435608" cy="310896"/>
          </a:xfrm>
          <a:prstGeom prst="rect">
            <a:avLst/>
          </a:prstGeom>
        </p:spPr>
      </p:pic>
      <p:pic>
        <p:nvPicPr>
          <p:cNvPr id="11" name="Image 1" descr="/home/user/abba-ops/08-materiais/assets/marca/logo-crew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4974336"/>
            <a:ext cx="1325880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4956048"/>
            <a:ext cx="6885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a capacitação, a sua equipe usa ferramentas dos nossos parceiros para construir as próprias soluções.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822960" y="5715000"/>
            <a:ext cx="10543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não custa nada e cabe em 45 minutos: o Mapa de Vazamento da sua operação.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2026-09-01T13:10:22Z</dcterms:created>
  <dcterms:modified xsi:type="dcterms:W3CDTF">2026-09-01T13:10:22Z</dcterms:modified>
</cp:coreProperties>
</file>