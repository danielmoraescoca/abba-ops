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10312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SERVIÇOS ABBA · 6 DE 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700"/>
              </a:lnSpc>
              <a:buNone/>
            </a:pPr>
            <a:r>
              <a:rPr lang="en-US" sz="3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Sistemas gerenciados —</a:t>
            </a:r>
            <a:endParaRPr lang="en-US" sz="3800" dirty="0"/>
          </a:p>
          <a:p>
            <a:pPr indent="0" marL="0">
              <a:lnSpc>
                <a:spcPts val="4700"/>
              </a:lnSpc>
              <a:buNone/>
            </a:pPr>
            <a:r>
              <a:rPr lang="en-US" sz="3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operação com presença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2062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i="1" dirty="0">
                <a:solidFill>
                  <a:srgbClr val="B89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sem dono definha.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— CONSULTORIA DE INTELIGÊNCIA ARTIFICIAL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622792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ABBASERVICES.COM.BR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Operamos o que construímos.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9875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Monitoramento, correção e evolução contínua dos sistemas em produção — e um ritual semanal de 20 minutos com quem decide, para que a diretoria veja o retorno, não apenas sinta que ele existe.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22960" y="3840480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1148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i="1" dirty="0">
                <a:solidFill>
                  <a:srgbClr val="B89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manutenção não é um seguro. É onde a prova acontece.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— CONSULTORIA DE INTELIGÊNCIA ARTIFICIAL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622792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ABBASERVICES.COM.BR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 o retorno — não sentir que ele existe.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9875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maioria das empresas que investe em IA não consegue dizer o que mudou. Não porque não mudou — porque ninguém combinou antes o que seria mudança, nem mediu depois.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3337560"/>
            <a:ext cx="9875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operação gerenciada resolve isso na raiz: nenhuma decisão entra sem métrica combinada antes, e toda decisão vira resultado medido depois.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— CONSULTORIA DE INTELIGÊNCIA ARTIFICIAL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622792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ABBASERVICES.COM.BR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Presença com prazo, evolução sem surpresa.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Alertas de máquina o tempo todo  —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sistemas são vigiados continuamente; incidentes críticos têm canal de emergência e prazos de resposta combinados por severidade.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2688336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779776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Ritual semanal de 20 minutos  —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curto por desenho: o que mudou, o que precisa de decisão, o que vem — com quem decide na sala.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3364992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456432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Evolução contínua dentro do mês  —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 e melhorias dentro do combinado; o que exceder vira projeto cotado antes — nunca fatura-surpresa.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4041648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133088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Relatório mensal  —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projetado versus realizado, sempre — o retorno da IA em número, todo mês.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— CONSULTORIA DE INTELIGÊNCIA ARTIFICIAL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622792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ABBASERVICES.COM.BR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FICA COM VOCÊ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diário de decisões.</a:t>
            </a:r>
            <a:endParaRPr lang="en-US" sz="2700" dirty="0"/>
          </a:p>
        </p:txBody>
      </p:sp>
      <p:pic>
        <p:nvPicPr>
          <p:cNvPr id="4" name="Image 0" descr="/tmp/claude-0/-home-user/3b340934-06d1-5f26-b467-4c811e620256/scratchpad/fotos/relatorio-mensal-modelo-p-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0773" y="2057400"/>
            <a:ext cx="2715219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50773" y="2057400"/>
            <a:ext cx="2715219" cy="3840480"/>
          </a:xfrm>
          <a:prstGeom prst="rect">
            <a:avLst/>
          </a:prstGeom>
          <a:ln w="12700">
            <a:solidFill>
              <a:srgbClr val="D9D2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93573" y="5971032"/>
            <a:ext cx="36296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relatório mensal — projetado vs. realizado, sempre.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22960" y="2103120"/>
            <a:ext cx="741633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decisão entra num diário: métrica combinada antes, resultado medido depois, assinado por gente. Incluindo o que não funcionou.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2960" y="3566160"/>
            <a:ext cx="741633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registro que prova, mês a mês, o que a IA está devolvendo — e que transforma a conversa de renovação em leitura de resultados, não em ato de fé.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— CONSULTORIA DE INTELIGÊNCIA ARTIFICIAL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622792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ABBASERVICES.COM.BR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ENCAIXE NA JORNADA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nascem as próximas decisões.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operação gerenciada mantém vivo o que a construção entregou — e o diário que ela produz é exatamente a matéria-prima do Conselheiro de IA: recomendações novas nascem de resultados medidos, não de tendências de mercado.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22960" y="5029200"/>
            <a:ext cx="4572000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5257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6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CONTATO@ABBASERVICES.COM.BR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— CONSULTORIA DE INTELIGÊNCIA ARTIFICIAL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622792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ABBASERVICES.COM.BR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2026-08-06T19:00:39Z</dcterms:created>
  <dcterms:modified xsi:type="dcterms:W3CDTF">2026-08-06T19:00:39Z</dcterms:modified>
</cp:coreProperties>
</file>