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ln w="19050">
            <a:solidFill>
              <a:srgbClr val="C2A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11274552" cy="5943600"/>
          </a:xfrm>
          <a:prstGeom prst="rect">
            <a:avLst/>
          </a:prstGeom>
          <a:ln w="9525">
            <a:solidFill>
              <a:srgbClr val="E5E0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68680"/>
            <a:ext cx="10543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· Consultoria de 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10543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Certificado de Conclusão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088636" y="2377440"/>
            <a:ext cx="2011680" cy="0"/>
          </a:xfrm>
          <a:prstGeom prst="line">
            <a:avLst/>
          </a:prstGeom>
          <a:noFill/>
          <a:ln w="19050">
            <a:solidFill>
              <a:srgbClr val="C2A3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697480"/>
            <a:ext cx="105430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333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{{NOME DO PARTICIPANTE}}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920240" y="3520440"/>
            <a:ext cx="83484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concluiu o programa de capacitação em Inteligência Artificial da ABBA ({{fase/trilha}}, na {{NOME_DA_EMPRESA}}), demonstrando domínio prático das três perguntas: o que parar, o que começar e o que ainda é essencialmente humano.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983480"/>
            <a:ext cx="10543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{{Cidade}}, {{data}}   ·   Verificação: ABBA-CERT-{{ANO}}-{{NUM}}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28316" y="5806440"/>
            <a:ext cx="3108960" cy="0"/>
          </a:xfrm>
          <a:prstGeom prst="line">
            <a:avLst/>
          </a:prstGeom>
          <a:noFill/>
          <a:ln w="9525">
            <a:solidFill>
              <a:srgbClr val="6E68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28316" y="58978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{{Sócio A}} · ABBA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51676" y="5806440"/>
            <a:ext cx="3108960" cy="0"/>
          </a:xfrm>
          <a:prstGeom prst="line">
            <a:avLst/>
          </a:prstGeom>
          <a:noFill/>
          <a:ln w="9525">
            <a:solidFill>
              <a:srgbClr val="6E68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51676" y="58978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{{Sócio B}} · ABBA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ln w="19050">
            <a:solidFill>
              <a:srgbClr val="C2A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11274552" cy="5943600"/>
          </a:xfrm>
          <a:prstGeom prst="rect">
            <a:avLst/>
          </a:prstGeom>
          <a:ln w="9525">
            <a:solidFill>
              <a:srgbClr val="E5E0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68680"/>
            <a:ext cx="10543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· Consultoria de 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10543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Certificação de Campeão ABBA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088636" y="2377440"/>
            <a:ext cx="2011680" cy="0"/>
          </a:xfrm>
          <a:prstGeom prst="line">
            <a:avLst/>
          </a:prstGeom>
          <a:noFill/>
          <a:ln w="19050">
            <a:solidFill>
              <a:srgbClr val="C2A3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697480"/>
            <a:ext cx="105430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333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{{NOME DO PARTICIPANTE}}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920240" y="3520440"/>
            <a:ext cx="83484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graduou-se Campeão de IA da {{NOME_DA_EMPRESA}}: completou a trilha integral, construiu soluções próprias e assume o papel de multiplicador, com licença CrewAI de 12 meses concedida pela ABBA.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983480"/>
            <a:ext cx="10543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{{Cidade}}, {{data}}   ·   Verificação: ABBA-CERT-{{ANO}}-{{NUM}}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28316" y="5806440"/>
            <a:ext cx="3108960" cy="0"/>
          </a:xfrm>
          <a:prstGeom prst="line">
            <a:avLst/>
          </a:prstGeom>
          <a:noFill/>
          <a:ln w="9525">
            <a:solidFill>
              <a:srgbClr val="6E68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28316" y="58978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{{Sócio A}} · ABBA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51676" y="5806440"/>
            <a:ext cx="3108960" cy="0"/>
          </a:xfrm>
          <a:prstGeom prst="line">
            <a:avLst/>
          </a:prstGeom>
          <a:noFill/>
          <a:ln w="9525">
            <a:solidFill>
              <a:srgbClr val="6E68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51676" y="58978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{{Sócio B}} · ABBA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ABBA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ABBA Consultoria de IA</dc:creator>
  <cp:lastModifiedBy>ABBA Consultoria de IA</cp:lastModifiedBy>
  <cp:revision>1</cp:revision>
  <dcterms:created xsi:type="dcterms:W3CDTF">2026-09-02T18:39:23Z</dcterms:created>
  <dcterms:modified xsi:type="dcterms:W3CDTF">2026-09-02T18:39:23Z</dcterms:modified>
</cp:coreProperties>
</file>