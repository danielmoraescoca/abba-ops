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SERVIÇOS ABBA · 3 DE 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700"/>
              </a:lnSpc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Protótipo de caso de uso —</a:t>
            </a:r>
            <a:endParaRPr lang="en-US" sz="3800" dirty="0"/>
          </a:p>
          <a:p>
            <a:pPr indent="0" marL="0">
              <a:lnSpc>
                <a:spcPts val="4700"/>
              </a:lnSpc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prova antes do investimento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206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i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Ninguém investe no escuro.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caso mais promissor, posto à prova.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9875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construir de verdade, escolhemos o caso de uso mais promissor do portfólio e construímos um protótipo com os seus dados reais — testado pelas pessoas que vão usá-lo no dia a dia.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9875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demonstração de laboratório: é a sua operação, em escala reduzida, com critérios de sucesso combinados antes de começar.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" y="466344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9377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prova antes do compromisso.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Matar no papel a ideia que não fica de pé.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9875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dos projetos de IA que fracassa não fracassa na tecnologia — fracassa porque ninguém validou, barato, antes de investir pesado.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9875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protótipo inverte essa lógica: o investimento grande só acontece depois que o caso provou, com números, que merece.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 combinado antes, número medido depois.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Critérios de sucesso combinados antes  —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precisa acontecer para ser GO — declarado por escrito, antes da primeira linha de código.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2688336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779776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Construção com dados reais  —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protótipo roda sobre a sua realidade, não sobre um exemplo conveniente.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3364992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456432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 com usuários-chave  —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vai conviver com a solução participa da prova — e a opinião deles entra no relatório.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4041648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133088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Devolutiva GO / NO-GO  —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números na mesa, e a decisão é da sua diretoria — nunca nossa.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FICA COM VOCÊ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decisão com números — nos dois cenários.</a:t>
            </a:r>
            <a:endParaRPr lang="en-US" sz="2700" dirty="0"/>
          </a:p>
        </p:txBody>
      </p:sp>
      <p:pic>
        <p:nvPicPr>
          <p:cNvPr id="4" name="Image 0" descr="/tmp/claude-0/-home-user/3b340934-06d1-5f26-b467-4c811e620256/scratchpad/fotos/relatorio-prototipo-modelo-p-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0773" y="2057400"/>
            <a:ext cx="2715219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50773" y="2057400"/>
            <a:ext cx="2715219" cy="3840480"/>
          </a:xfrm>
          <a:prstGeom prst="rect">
            <a:avLst/>
          </a:prstGeom>
          <a:ln w="12700">
            <a:solidFill>
              <a:srgbClr val="D9D2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93573" y="5971032"/>
            <a:ext cx="36296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relatório do protótipo — baseline, medido, meta: a decisão com números.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22960" y="2103120"/>
            <a:ext cx="741633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GO  —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protótipo validado + as métricas medidas + a especificação pronta para a construção começar sem recomeçar do zero.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22960" y="2779776"/>
            <a:ext cx="7416333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871216"/>
            <a:ext cx="741633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NO-GO  —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é resultado: custou pouco e evitou um investimento errado. O portfólio tem o próximo caso da fila.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822960" y="3547872"/>
            <a:ext cx="7416333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3639312"/>
            <a:ext cx="741633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Nos dois casos  — 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decisão registrada — quem decidiu, com base em quê. É assim que se constrói confiança para o passo maior.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ENCAIXE NA JORNADA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 plano e a obra.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Assessment diz o que fazer; o protótipo prova que vale; a construção faz de verdade. É a sequência que protege o seu investimento — cada passo só acontece porque o anterior sustentou.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" y="5029200"/>
            <a:ext cx="4572000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5257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CONTATO@ABBASERVICES.COM.BR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2026-08-06T19:00:39Z</dcterms:created>
  <dcterms:modified xsi:type="dcterms:W3CDTF">2026-08-06T19:00:39Z</dcterms:modified>
</cp:coreProperties>
</file>