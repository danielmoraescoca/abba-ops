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CONSELHEIRO DE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cadeira de IA do seu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lado da mesa.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Direção estratégica fracionária para quem já tem IA rodando. Sem o custo, nem o conflito, de mais um diretor em folha.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já construiu. A pergunta agora é outra.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Conselheiro é para a empresa que já tem IA em produção, e por isso enfrenta as perguntas que ferramenta nenhuma responde: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258775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priorizar no próximo trimestre, e o que recusar?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347472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336499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fornecedor entrega o que promete? A que preço isso se compara?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25196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414223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rodou de fato mudou algum número, ou só virou demonstração?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502920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491947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Quem, da diretoria, sustenta essas respostas com registro, não com memória?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Presença de direção, em fração. Com tudo por escrito.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DIRETORIA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0" y="219456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estruturada e recorrente: resultados contra os objetivos que vocês declararam, no máximo três recomendações priorizadas por encontro, decisões registradas em ata.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089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21868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VIVO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fila de oportunidades mantida e re-ranqueada conforme os números chegam, para que a empresa decida a própria agenda de IA em vez de reagir à agenda de quem vende.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1148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2452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DE FORNECEDORES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420624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proposta que chega à mesa vira um parecer por escrito, em até cinco dias úteis: isso é real? é para nós? qual o preço justo?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1206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036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DECISÃO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521208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recomendação entra no registro com o número que dirá, depois, se deu certo: expectativa declarada antes, resultado medido depois, imutável por construção.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HONESTIDADE DE SEMPRE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Conselheiro NÃO é.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585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BANCO DE HORAS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0" y="224028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senioridade recorrente com pauta própria. Execução é cotada à parte, e você sabe o preço antes.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26440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SUPORTE TÉCNICO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0" y="324612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sob SLA é outro serviço. Os dois convivem, cada um com a sua promessa.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7024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PARECER JURÍDICO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0" y="425196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adequação, sim; advocacia e representação perante a ANPD, não.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1663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760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TERCEIRIZAR A DECISÃO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0" y="525780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 com convicção. Quem decide são vocês, e fica registrado quem decidiu o quê.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PARECE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parecer de arbitragem de verdade.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real de um parecer entregue (empresa preservada): a proposta do fornecedor decomposta, o preço comparado, a recomendação assinada.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conselheiro--parecer-arbitrag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2604" y="2651760"/>
            <a:ext cx="252374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TERCEIRO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time interno pode ser a própria prova.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4303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executa não pode atestar o próprio resultado. É a razão pela qual empresas com um ótimo CFO ainda contratam quem verifique as contas de fora. O Conselheiro traz exatamente isso para a IA: a expectativa declarada antes e imutável, o resultado medido e assinado por uma pessoa nomeada da sua empresa, o histórico que nunca se apaga.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diretor de IA contratado amanhã não substitui esse registro. Ele o herda, e trabalha melhor por causa dele.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exclusividade forçada, sem contrato que prende: a memória é sua e é exportável. A permanência se paga em valor, ou não se paga.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PRÓXIMO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43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conversa de 45 minutos sobre a sua pauta de IA. E um parecer de exemplo sobre um fornecedor que já esteja na sua mesa.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46177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9204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D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2026-09-01T14:22:18Z</dcterms:created>
  <dcterms:modified xsi:type="dcterms:W3CDTF">2026-09-01T14:22:18Z</dcterms:modified>
</cp:coreProperties>
</file>