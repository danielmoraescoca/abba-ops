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9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3794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Instalamos capacidade de IA na sua empresa —</a:t>
            </a:r>
            <a:endParaRPr lang="en-US" sz="2400" dirty="0"/>
          </a:p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só treinamento nas suas pessoas.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68680" y="5257800"/>
            <a:ext cx="2011680" cy="0"/>
          </a:xfrm>
          <a:prstGeom prst="line">
            <a:avLst/>
          </a:prstGeom>
          <a:noFill/>
          <a:ln w="2540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5440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tecnologia funciona. A adoção falha.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70–80%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projetos de IA corporativa falham — e as falhas não são técnicas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57200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valor da transformação vive em pessoas, processos e cultura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836676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36676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que o mercado vende: ferramentas, pilotos e slides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conclusão do mercado inteiro: </a:t>
            </a:r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instala os 70% — pessoas, processos e cultura — captura o valor que os outros deixam na mesa.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LACUNA DE MERCADO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mid-market brasileiro está sozinho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Fortune 500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Atendida por alianças de elite entre consultorias globais e laboratórios de IA — engajamentos de milhões de dólares.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brasileiro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Atendido por vendedores de ferramenta e consultorias de slide. Piloto que não escala, curso que não muda comportamento.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cunha da ABBA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36676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instala os 70% no mid-market brasileiro. É exatamente isso que fazemos — com método próprio e resultado verificado.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SOMOS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funcionando e pessoas capacitadas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é uma consultoria de transformação em IA para empresas brasileiras. Não vendemos treinamento, ferramenta ou piloto: instalamos capacidade de IA e provamos o que ela mudou — número combinado antes, medido depois, assinado por gente.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249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697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proprietário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32120" y="26974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da empresa em 25 dimensões, com dado e quantificação por trás de cada recomendação.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63016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própria de capacitação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32120" y="3630168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Trilhas gamificadas, desafios práticos e a Iris — guia de IA em português, sempre disponível.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590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45628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de verdade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32120" y="4562856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sob medida em produção, com pontos de aprovação humana — na sua infraestrutura ou em nuvem.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541264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5229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549554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dos fundadores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32120" y="549554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e marcos presenciais. A diretoria decide; nós recomendamos e executamos.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ABBA — 6 ETAPAS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primeiro contato à parceria permanente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115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Vazamento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Gratuito: 45 min de conversa + informação pública → 2 páginas com uma faixa em R$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834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01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profunda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834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dimensões, do conselho à linha de frente, com quantificação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120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87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20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sob medida, on-premises ou nuvem gerenciada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406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973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06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 híbrida: plataforma + presencial, todos os níveis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692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92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92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692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contínua em 3 camadas, com SLA e relatório mensal de impacto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1B2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49834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868680" y="4983480"/>
            <a:ext cx="777240" cy="777240"/>
          </a:xfrm>
          <a:prstGeom prst="ellipse">
            <a:avLst/>
          </a:prstGeom>
          <a:ln w="19050">
            <a:solidFill>
              <a:srgbClr val="C2A3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20240" y="4892040"/>
            <a:ext cx="9418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Alinhamento com a diretoria — a constante.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trimestral: resultados contra os objetivos que VOCÊS declararam. Nós recomendamos com convicção; a decisão é sua. Também disponível como produto contínuo: o Conselheiro de IA ABBA.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níveis, transformados ao mesmo tempo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379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(C-Level)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291840" y="18379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liderança decide: agentes consolidam dados de todas as áreas em visão integrada.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523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(Processos)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291840" y="27523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Fluxos críticos reengenheirados, com agentes operando dentro deles — o repetitivo automatizado.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6667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(Colaboradores)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291840" y="36667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colaborador operando de forma AI Native no dia a dia, com autonomia e repertório.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4297680" cy="260604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perguntas que instalamos em cada colaborador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589520" y="269748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posso PARAR de fazer?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IA agora faz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posso COMEÇAR a fazer?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IA agora permite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AINDA preciso fazer?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 essencialmente humano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846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organização inteira pensa assim, a transformação para de depender de consultor. </a:t>
            </a:r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é o objetivo.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— MODULAR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deixa um artefato — e produz o insumo da próxima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 semanas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Profundo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com você: portfólio de oportunidades ranqueado e quantificado (25 dimensões) + plano diretor 6–12 meses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11880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semanas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1188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de Caso de Uso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11880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com você: agente funcional validado com dados reais e usuários-chave — decisão GO/NO-GO com número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2784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73952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escopo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73952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Completo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73952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com você: sistemas em produção (nuvem ou on-premise, soberania de dados) + campeões formados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34856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336024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36024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Gerenciados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36024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com você: o diário decisão → resultado medido + ritual semanal de 20 min + conselho trimestral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da escada: cada etapa entrega valor inteiro sozinha — e produz o artefato de que a próxima precisa.</a:t>
            </a:r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 CAPACITAÇÃO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desbloqueia ferramentas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contínuo e gamificado para todos os colaboradores — cada fase concluída libera ferramentas de IA para o dia a dia. O aprendizado vira produtividade imediata, e o engajamento se sustenta sozinho.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IA é e onde se aplica ao seu trabalho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9808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Primeiras ferramentas de produtividade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0712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11880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60520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11880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nas tarefas reais da própria função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11880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específicas por área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72784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3952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22592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73952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e ajustar fluxos com IA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73952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avançadas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34856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25" name="Shape 23"/>
          <p:cNvSpPr/>
          <p:nvPr/>
        </p:nvSpPr>
        <p:spPr>
          <a:xfrm>
            <a:off x="9336024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36024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884664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Multiplicação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36024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referência em IA dentro do time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336024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 de agentes + papel de multiplicador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de verdade: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presencial de meio dia com os fundadores, workshops nos marcos e graduação — a plataforma sustenta; o presencial transforma.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SABEMOS O QUE FAZER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próprio, dado por trás de tudo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85623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em 25 dimensões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0" y="185623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do conselho à linha de frente + revisão documental → portfólio ranqueado de oportunidades, com impacto financeiro estimado por item.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9077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Bússola (Parar / Começar / Continuar)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0" y="290779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instrumento pessoal que acompanha cada colaborador do primeiro dia à graduação — e mede a mudança de comportamento real.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39593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diário decisão → resultado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0" y="395935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decisão entra sem métrica combinada ANTES; toda decisão vira resultado medido DEPOIS; vocês veem o registro inteiro — incluindo o que não funcionou.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0109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Ecossistema orquestrado, sem lock-in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0" y="501091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Roteamento entre os principais modelos de IA por custo e performance; orquestração multi-agente; cloud ou on-premise.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E ALINHAMENTO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Nós recomendamos. Vocês decidem.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segue a visão de quem dirige a empresa — não o roteiro do consultor. Desde o kickoff, os objetivos declarados pela diretoria viram o baseline de tudo; a cada ritual, o plano se realinha a eles.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Programa: status de 30 min com o patrocinador. Manutenção: ritual de 20 min — o que venceu, qual gatilho disparou, o que decidimos, o que vamos medir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6F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etapa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qualidade: entregáveis validados formalmente antes de avançar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836676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6676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do conselho: resultados vs. objetivos declarados → recomendações → decisão de vocês → registro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sempre verificado: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projetado vs. realizado, por agente, em todo relatório — sem enfeite.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ABBA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recebemos no lugar de slides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 quem nos comparam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 ABBA se diferencia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consultorias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Velocidade, custo e produto próprio — entregamos com menos camadas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Consultorias boutique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Profundidade técnica + plataforma própria + recorrência — não soluções one-off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Ferramentas genéricas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Verticalização, implementação e capacitação — a ferramenta sozinha não adota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interno de TI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Metodologia pronta e especialização — sem fila de backlog nem curva de aprendizado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maioria das consultorias de IA entrega slides. </a:t>
            </a:r>
            <a:pPr indent="0" marL="0">
              <a:buNone/>
            </a:pPr>
            <a:r>
              <a:rPr lang="en-US" sz="17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entrega sistemas funcionando e pessoas capacitadas.”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o método antes de pagar qualquer coisa.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68680" y="25146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Vazamento — gratuito. 45 minutos de conversa + informação pública → 2 páginas com uma faixa em R$ do que estimamos estar vazando, entregues em 48h. Calculado de fora, com premissas citadas — e é exatamente por isso que a primeira reunião existe.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68680" y="4297680"/>
            <a:ext cx="2011680" cy="0"/>
          </a:xfrm>
          <a:prstGeom prst="line">
            <a:avLst/>
          </a:prstGeom>
          <a:noFill/>
          <a:ln w="2540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4526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contato@abbaservices.com.br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4983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6309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 · Confidencial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2A35B"/>
                </a:solidFill>
                <a:latin typeface="Calibri"/>
              </a:rPr>
              <a:t>A NOSSA PALAVRA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B2A4A"/>
                </a:solidFill>
                <a:latin typeface="Calibri"/>
              </a:rPr>
              <a:t>O que prometemos — e o que nos recusamos a prometer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B2A4A"/>
                </a:solidFill>
                <a:latin typeface="Calibri"/>
              </a:rPr>
              <a:t>Prometemos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B2A4A"/>
                </a:solidFill>
                <a:latin typeface="Calibri"/>
              </a:rPr>
              <a:t>Recusamos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Nada entra sem métrica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Toda recomendação nasce com o número que dirá se deu certo — acordado com vocês antes da execução começar.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11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Tudo sai 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5935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Terminado o prazo, o número é remedido e o veredito registrado: melhor, pior, neutro ou inconclusivo.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Vocês veem o registro inteiro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8523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O diário completo, incluindo o que deu errado — não uma seleção.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860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Prometer acurácia que não medimos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63347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Um número que não temos destruiria a única coisa que não se recompra: a credibilidade.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611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Prever o imprevisível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95935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A evidência é clara: IA prevê mal mudanças de regime e "o que acontece se fizermos X". Não vendemos oráculo.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9377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Piloto sem métrica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528523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É a receita documentada do fracasso — e aceitar seria vender uma derrota.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2A35B"/>
                </a:solidFill>
                <a:latin typeface="Calibri"/>
              </a:rPr>
              <a:t>Num mercado onde todos prometem prever, publicar o limite é o que torna o resto crível.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472"/>
                </a:solidFill>
                <a:latin typeface="Calibri"/>
              </a:rPr>
              <a:t>ABBA · abbaservices.com.br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2026-07-27T13:41:33Z</dcterms:created>
  <dcterms:modified xsi:type="dcterms:W3CDTF">2026-07-27T13:41:33Z</dcterms:modified>
</cp:coreProperties>
</file>