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20240"/>
            <a:ext cx="10543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· CONSELHEIRO DE 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2377440"/>
            <a:ext cx="1054303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cadeira de IA do seu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lado da mesa.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822960" y="4160520"/>
            <a:ext cx="2011680" cy="0"/>
          </a:xfrm>
          <a:prstGeom prst="line">
            <a:avLst/>
          </a:prstGeom>
          <a:noFill/>
          <a:ln w="19050">
            <a:solidFill>
              <a:srgbClr val="C2A3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4389120"/>
            <a:ext cx="871423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i="1" dirty="0">
                <a:solidFill>
                  <a:srgbClr val="D8DC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Direção estratégica fracionária para quem já tem IA rodando. Sem o custo, nem o conflito, de mais um diretor em folha.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943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QUEM 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30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300"/>
              </a:lnSpc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já construiu. A pergunta agora é outra.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105430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E6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Conselheiro é para a empresa que já tem IA em produção, e por isso enfrenta as perguntas que ferramenta nenhuma responde: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6400800"/>
            <a:ext cx="10543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E6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Consultoria de IA · contato@abbaservices.com.br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2960" y="2697480"/>
            <a:ext cx="457200" cy="0"/>
          </a:xfrm>
          <a:prstGeom prst="line">
            <a:avLst/>
          </a:prstGeom>
          <a:noFill/>
          <a:ln w="15240">
            <a:solidFill>
              <a:srgbClr val="C2A3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08760" y="2587752"/>
            <a:ext cx="98572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333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priorizar no próximo trimestre, e o que recusar?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22960" y="3474720"/>
            <a:ext cx="457200" cy="0"/>
          </a:xfrm>
          <a:prstGeom prst="line">
            <a:avLst/>
          </a:prstGeom>
          <a:noFill/>
          <a:ln w="15240">
            <a:solidFill>
              <a:srgbClr val="C2A3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08760" y="3364992"/>
            <a:ext cx="98572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333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Este fornecedor entrega o que promete? A que preço isso se compara?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22960" y="4251960"/>
            <a:ext cx="457200" cy="0"/>
          </a:xfrm>
          <a:prstGeom prst="line">
            <a:avLst/>
          </a:prstGeom>
          <a:noFill/>
          <a:ln w="15240">
            <a:solidFill>
              <a:srgbClr val="C2A3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08760" y="4142232"/>
            <a:ext cx="98572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333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já rodou de fato mudou algum número, ou só virou demonstração?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22960" y="5029200"/>
            <a:ext cx="457200" cy="0"/>
          </a:xfrm>
          <a:prstGeom prst="line">
            <a:avLst/>
          </a:prstGeom>
          <a:noFill/>
          <a:ln w="15240">
            <a:solidFill>
              <a:srgbClr val="C2A3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08760" y="4919472"/>
            <a:ext cx="98572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333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Quem, da diretoria, sustenta essas respostas com registro, não com memória?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943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30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300"/>
              </a:lnSpc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Presença de direção, em fração. Com tudo por escrito.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" y="6400800"/>
            <a:ext cx="10543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E6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Consultoria de IA · contato@abbaservices.com.br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10543032" cy="0"/>
          </a:xfrm>
          <a:prstGeom prst="line">
            <a:avLst/>
          </a:prstGeom>
          <a:noFill/>
          <a:ln w="9525">
            <a:solidFill>
              <a:srgbClr val="E5E0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212848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DIRETORIA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40480" y="2194560"/>
            <a:ext cx="75255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presença recorrente nas reuniões de direção: a pauta de IA preparada, defendida e registrada.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3108960"/>
            <a:ext cx="10543032" cy="0"/>
          </a:xfrm>
          <a:prstGeom prst="line">
            <a:avLst/>
          </a:prstGeom>
          <a:noFill/>
          <a:ln w="9525">
            <a:solidFill>
              <a:srgbClr val="E5E0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218688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VIVO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40480" y="3200400"/>
            <a:ext cx="75255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fila de oportunidades mantida e re-ranqueada conforme os números chegam. Nunca um PDF parado.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4114800"/>
            <a:ext cx="10543032" cy="0"/>
          </a:xfrm>
          <a:prstGeom prst="line">
            <a:avLst/>
          </a:prstGeom>
          <a:noFill/>
          <a:ln w="9525">
            <a:solidFill>
              <a:srgbClr val="E5E0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224528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ARBITRAGEM DE FORNECEDORES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840480" y="4206240"/>
            <a:ext cx="75255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parecer por escrito sobre cada proposta que chega à mesa: o que é real, o que é caro, o que é risco.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5120640"/>
            <a:ext cx="10543032" cy="0"/>
          </a:xfrm>
          <a:prstGeom prst="line">
            <a:avLst/>
          </a:prstGeom>
          <a:noFill/>
          <a:ln w="9525">
            <a:solidFill>
              <a:srgbClr val="E5E0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230368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MEMÓRIA DE DECISÃO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840480" y="5212080"/>
            <a:ext cx="75255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decisão registrada com a expectativa declarada antes e o resultado medido depois. Imutável por construção.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943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SE PARECE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30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300"/>
              </a:lnSpc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parecer de arbitragem de verdade.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105430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E6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real de um parecer entregue (empresa preservada): a proposta do fornecedor decomposta, o preço comparado, a recomendação assinada.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6400800"/>
            <a:ext cx="10543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E6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Consultoria de IA · contato@abbaservices.com.br</a:t>
            </a:r>
            <a:endParaRPr lang="en-US" sz="900" dirty="0"/>
          </a:p>
        </p:txBody>
      </p:sp>
      <p:pic>
        <p:nvPicPr>
          <p:cNvPr id="6" name="Image 0" descr="/home/user/abba-ops/08-materiais/assets/fotos/conselheiro--parecer-arbitrage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32604" y="2651760"/>
            <a:ext cx="2523744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943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UM TERCEIRO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30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300"/>
              </a:lnSpc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Nenhum time interno pode ser a própria prova.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" y="6400800"/>
            <a:ext cx="10543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E6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Consultoria de IA · contato@abbaservices.com.br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1054303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executa não pode atestar o próprio resultado. É a razão pela qual empresas com um ótimo CFO ainda contratam quem verifique as contas de fora. O Conselheiro traz exatamente isso para a IA: a expectativa declarada antes e imutável, o resultado medido e assinado por uma pessoa nomeada da sua empresa, o histórico que nunca se apaga.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diretor de IA contratado amanhã não substitui esse registro. Ele o herda, e trabalha melhor por causa dele.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4846320"/>
            <a:ext cx="10543032" cy="0"/>
          </a:xfrm>
          <a:prstGeom prst="line">
            <a:avLst/>
          </a:prstGeom>
          <a:noFill/>
          <a:ln w="9525">
            <a:solidFill>
              <a:srgbClr val="E5E0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5074920"/>
            <a:ext cx="105430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exclusividade forçada, sem contrato que prende: a memória é sua e é exportável. A permanência se paga em valor, ou não se paga.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2A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PRÓXIMO PASSO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2606040"/>
            <a:ext cx="1054303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conversa de 45 minutos sobre a sua pauta de IA. E um parecer de exemplo sobre um fornecedor que já esteja na sua mesa.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4617720"/>
            <a:ext cx="2011680" cy="0"/>
          </a:xfrm>
          <a:prstGeom prst="line">
            <a:avLst/>
          </a:prstGeom>
          <a:noFill/>
          <a:ln w="19050">
            <a:solidFill>
              <a:srgbClr val="C2A3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489204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Consultoria de IA · contato@abbaservices.com.br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ABBA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ABBA Consultoria de IA</dc:creator>
  <cp:lastModifiedBy>ABBA Consultoria de IA</cp:lastModifiedBy>
  <cp:revision>1</cp:revision>
  <dcterms:created xsi:type="dcterms:W3CDTF">2026-09-01T14:01:39Z</dcterms:created>
  <dcterms:modified xsi:type="dcterms:W3CDTF">2026-09-01T14:01:39Z</dcterms:modified>
</cp:coreProperties>
</file>