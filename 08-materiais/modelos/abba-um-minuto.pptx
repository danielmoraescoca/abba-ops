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4937760" cy="4937760"/>
          </a:xfrm>
          <a:prstGeom prst="ellipse">
            <a:avLst/>
          </a:prstGeom>
          <a:ln w="12700">
            <a:solidFill>
              <a:srgbClr val="C2A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Tornamos a sua empresa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 para trabalhar com IA — e provamos o que mudou, com número combinado antes e medido depois.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serviços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6492240" cy="475488"/>
          </a:xfrm>
          <a:prstGeom prst="roundRect">
            <a:avLst>
              <a:gd name="adj" fmla="val 19231"/>
            </a:avLst>
          </a:prstGeom>
          <a:solidFill>
            <a:srgbClr val="24365E"/>
          </a:solidFill>
          <a:ln w="6350">
            <a:solidFill>
              <a:srgbClr val="C2A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14223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mergulho em 25 dimensões, do conselho à linha de frente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672584"/>
            <a:ext cx="6492240" cy="475488"/>
          </a:xfrm>
          <a:prstGeom prst="roundRect">
            <a:avLst>
              <a:gd name="adj" fmla="val 19231"/>
            </a:avLst>
          </a:prstGeom>
          <a:solidFill>
            <a:srgbClr val="24365E"/>
          </a:solidFill>
          <a:ln w="63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4573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 — validação com dados reais, GO/NO-GO pela diretoria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5276088"/>
            <a:ext cx="6492240" cy="475488"/>
          </a:xfrm>
          <a:prstGeom prst="roundRect">
            <a:avLst>
              <a:gd name="adj" fmla="val 19231"/>
            </a:avLst>
          </a:prstGeom>
          <a:solidFill>
            <a:srgbClr val="24365E"/>
          </a:solidFill>
          <a:ln w="6350">
            <a:solidFill>
              <a:srgbClr val="C2A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349240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e implantação — agentes sob medida, em produção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5879592"/>
            <a:ext cx="6492240" cy="475488"/>
          </a:xfrm>
          <a:prstGeom prst="roundRect">
            <a:avLst>
              <a:gd name="adj" fmla="val 19231"/>
            </a:avLst>
          </a:prstGeom>
          <a:solidFill>
            <a:srgbClr val="24365E"/>
          </a:solidFill>
          <a:ln w="635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95274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+ ABBA Portal — todos os níveis, plataforma própria + presencial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6483096"/>
            <a:ext cx="6492240" cy="475488"/>
          </a:xfrm>
          <a:prstGeom prst="roundRect">
            <a:avLst>
              <a:gd name="adj" fmla="val 19231"/>
            </a:avLst>
          </a:prstGeom>
          <a:solidFill>
            <a:srgbClr val="24365E"/>
          </a:solidFill>
          <a:ln w="6350">
            <a:solidFill>
              <a:srgbClr val="C2A3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655624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gerenciados — operação com presença e resultado medido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7086600"/>
            <a:ext cx="6492240" cy="475488"/>
          </a:xfrm>
          <a:prstGeom prst="roundRect">
            <a:avLst>
              <a:gd name="adj" fmla="val 19231"/>
            </a:avLst>
          </a:prstGeom>
          <a:solidFill>
            <a:srgbClr val="24365E"/>
          </a:solidFill>
          <a:ln w="6350">
            <a:solidFill>
              <a:srgbClr val="C2A3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715975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 — a cadeira de estrategista do seu lado da mesa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7863840"/>
            <a:ext cx="6492240" cy="1417320"/>
          </a:xfrm>
          <a:prstGeom prst="roundRect">
            <a:avLst>
              <a:gd name="adj" fmla="val 3871"/>
            </a:avLst>
          </a:prstGeom>
          <a:solidFill>
            <a:srgbClr val="24365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8001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83210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posso PARAR de fazer, porque a IA agora faz?  ·  O que posso COMEÇAR a fazer, porque a IA agora permite?  ·  O que SÓ EU faço — e devo fazer ainda melhor?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9464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oficiais: Microsoft · CrewAI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9765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passo, sem custo: o Mapa de Vazamento — uma estimativa em reais do que pode estar vazando na sua operação, em 48h.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2026-08-05T17:43:27Z</dcterms:created>
  <dcterms:modified xsi:type="dcterms:W3CDTF">2026-08-05T17:43:27Z</dcterms:modified>
</cp:coreProperties>
</file>