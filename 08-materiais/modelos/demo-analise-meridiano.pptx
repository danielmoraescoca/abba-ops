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 5–7 min · lâmina 1, ~30s] Antes de continuar, deixa eu mostrar o método funcionando. Este escritório não existe — é um retrato fictício de uma banca típica de Brasília, 40 advogados. Tudo que vocês vão ver foi construído como fazemos de verdade: só com informação pública. Nenhum dado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[lâmina 2, ~2 min] A primeira página é sempre um número em reais — porque hipótese circula na TI, mas dinheiro circula na diretoria. Para uma banca deste porte, a faixa honesta de vazamento anual fica entre 1,4 e 2,6 milhões — e reparem: faixa, nunca ponto. Os três vetores típicos: horas que não viram fatura, retrabalho de revisão, conhecimento refeito.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[lâmina 3, ~2 min] Toda premissa tem fonte citável — premissa sem fonte não entra, é regra. E o aviso em dourado é o nosso jeito de trabalhar: calculamos de fora, dizemos o que não sabemos, e uma resposta de vocês move a faixa. Honestidade metodológica é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[lâmina 4, ~1,5 min] E o mapa termina sempre assim: com as perguntas que só quem está dentro pode responder. Isto foi feito de fora — imaginem com os dados de dentro. É o nosso convite, e vale para qualquer escritório desta sala: a análise é a primeira conversa, sem custo. [voltar ao deck principal, slide 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ABBA — DEMONSTRAÇÃO AO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Meridiano Advogados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D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escritório fictício · 40 advogados · full service · Brasília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apenas com informação pública — sem nenhum dado interno.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que entregamos, sem custo, na primeira conversa com qualquer organização.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VAZAMENTO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dinheiro está vazando por ano — a faixa honesta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20140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R$ 1,4 – 2,6 milhões / ano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uma FAIXA, nunca um número exato — um número exato calculado de fora seria uma mentira com aparência de precisão.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trabalhadas e não faturadas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4846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write-offs e cortes de fatura — o vazamento silencioso nº 1 de qualquer banca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3128" y="3977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de revisão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4846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sócio refazendo primeira passada que poderia chegar melhor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03336" y="3977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59368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refeito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59368" y="4846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pareceres re-pesquisados porque ninguém acha o precedente interno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 principal: o dinheiro sai pela fatura — não pela falta de trabalho.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Análise por informação pública · caso fictício de demonstração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PREMISSAS — CADA UMA COM FONTE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a faixa veio (e o que assumimos sem saber)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01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4754880"/>
                <a:gridCol w="32461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assumimos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citável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e valor-hora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advogados; valor-hora médio de mercado para bancas full service em capitais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tabelas públicas de honorários e anuários do setor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não faturadas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6–10% das horas registradas cortadas na fatura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pesquisas anuais públicas de gestão e billing jurídico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Retrabalho e conhecimento refeito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h/semana por advogado em re-pesquisa e revisão evitável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 publicados de produtividade jurídica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4EDD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que sempre acompanha: </a:t>
            </a:r>
            <a:pPr indent="0" marL="0">
              <a:buNone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foi calculado de fora. Uma única resposta de vocês pode mover a faixa nos dois sentidos — e é exatamente essa conversa que interessa.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Análise por informação pública · caso fictício de demonstração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QUE SÓ O ESCRITÓRIO PODE RESPONDER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% das horas registradas vira fatura de verdade — e quem mede isso hoje?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de sócio por semana vai em revisar o que poderia chegar melhor?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precisa do parecer de 2019, em quanto tempo encontra — se encontra?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Isto foi feito de fora.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com os dados de dentro.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do seu escritório, sem custo e sem compromisso — é a nossa primeira conversa.  ·  contato@abbaservices.com.br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ABBA — Meridiano Advogados (caso fictício de demonstração)</dc:title>
  <dc:subject>PptxGenJS Presentation</dc:subject>
  <dc:creator>ABBA</dc:creator>
  <cp:lastModifiedBy>ABBA</cp:lastModifiedBy>
  <cp:revision>1</cp:revision>
  <dcterms:created xsi:type="dcterms:W3CDTF">2026-08-11T19:08:39Z</dcterms:created>
  <dcterms:modified xsi:type="dcterms:W3CDTF">2026-08-11T19:08:39Z</dcterms:modified>
</cp:coreProperties>
</file>