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{{NOME_DO_CLIENTE}}  ×  ABBA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87142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{{DATA}}   ·   Ref: ABBA-{{ANO}}-{{NUM}}   ·   Confidencial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· {{CLIENTE}}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na sala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{{CLIENTE}}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99719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{{Patrocinador, nome e cargo}}  ★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{{Participante 2}}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{{Participante 3}}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{{Participante 4}}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68796" y="2103120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68796" y="2487168"/>
            <a:ext cx="49971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{{Sócio A}} · Engagement Lead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{{Sócio B}} · {{papel}}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estamos aqui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palavras de vocês (da descoberta e da proposta):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“{{A DOR/OPORTUNIDADE, transcrita nas palavras do cliente}}”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CONTRATAMOS JUNTOS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36592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{{escopo do Termo do Programa em uma frase: a fase 1 firme e as fases 2 e 3 como opção do Portão da Prova}}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que vamos percorrer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30552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31566" y="2130552"/>
            <a:ext cx="1233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02161" y="2130552"/>
            <a:ext cx="37637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03082" y="2130552"/>
            <a:ext cx="3025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9232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A Prova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31566" y="2999232"/>
            <a:ext cx="1233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a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02161" y="2999232"/>
            <a:ext cx="37637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profunda + o caso escolhido construído e medido contra a métrica combinada na semana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03082" y="2999232"/>
            <a:ext cx="3025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Portão da Prova: a decisão de continuar volta para vocês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67912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A Construção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31566" y="3867912"/>
            <a:ext cx="1233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 a 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02161" y="3867912"/>
            <a:ext cx="37637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do portfólio em produção + a turma no portal, com fluência medida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03082" y="3867912"/>
            <a:ext cx="3025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Portão 2: revisão formal com a diretoria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66344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36592"/>
            <a:ext cx="19714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A Durabilidade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31566" y="4736592"/>
            <a:ext cx="1233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 a 12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02161" y="4736592"/>
            <a:ext cx="37637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assistida, ritual semanal e relatório de projetado versus realizado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03082" y="4736592"/>
            <a:ext cx="3025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Portão 3: renovação pela Assinatura da Capacidade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7607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fase fecha com um Termo de Aceite formal: critérios acordados hoje, validados na entrega. Sem surpresa, sem fase seguinte sem aceite.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MAIS IMPORTANTE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vocês querem que a empresa esteja em 12 meses, e como IA serve a isso?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9718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09067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{{OBJETIVO DECLARADO, escrito AO VIVO, nesta reunião}}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6791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{{OBJETIVO DECLARADO, escrito AO VIVO, nesta reunião}}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4515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{{OBJETIVO DECLARADO, escrito AO VIVO, nesta reunião}}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Estes objetivos viram o baseline de TODOS os rituais de alinhamento: cada trimestre, medimos contra eles.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SUCESSO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saberemos que deu certo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76272"/>
            <a:ext cx="40800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40173" y="2176272"/>
            <a:ext cx="197144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hoje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48779" y="2176272"/>
            <a:ext cx="1444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30234" y="2176272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mediremos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62072"/>
            <a:ext cx="40800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{{ex.: horas reinvestidas por pessoa/semana}}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0173" y="2862072"/>
            <a:ext cx="197144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48779" y="2862072"/>
            <a:ext cx="1444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0234" y="2862072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4747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47872"/>
            <a:ext cx="40800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40173" y="3547872"/>
            <a:ext cx="197144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48779" y="3547872"/>
            <a:ext cx="1444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30234" y="3547872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33672"/>
            <a:ext cx="40800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0173" y="4233672"/>
            <a:ext cx="197144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48779" y="4233672"/>
            <a:ext cx="1444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30234" y="4233672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Projetado versus realizado em todo relatório: é a nossa promessa central. Resultado verificado, sem enfeite.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e marcos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30552"/>
            <a:ext cx="11280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88124" y="2130552"/>
            <a:ext cx="334204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67324" y="2130552"/>
            <a:ext cx="56615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679192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52344"/>
            <a:ext cx="11280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{{1}}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88124" y="2752344"/>
            <a:ext cx="334204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(hoje)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67324" y="2752344"/>
            <a:ext cx="56615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critérios e cronograma aprovados nesta sala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00984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74136"/>
            <a:ext cx="11280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{{6}}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88124" y="3374136"/>
            <a:ext cx="334204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Portão da Prova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67324" y="3374136"/>
            <a:ext cx="56615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medido contra a métrica combinada + retrato de oportunidades entregue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922776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95928"/>
            <a:ext cx="11280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88124" y="3995928"/>
            <a:ext cx="334204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{{marco da fase 2}}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67324" y="3995928"/>
            <a:ext cx="56615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544568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1280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88124" y="4617720"/>
            <a:ext cx="334204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{{marco final}}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67324" y="4617720"/>
            <a:ext cx="56615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presenciais: {{Kickoff Academy · workshops de marco · graduação}}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PRIMEIRO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 e compromissos, dos dois lados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ABBA ENTREGA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99719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Condução de todas as fases, com os fundadores</a:t>
            </a:r>
            <a:endParaRPr lang="en-US" sz="13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formais com critério de aceite</a:t>
            </a:r>
            <a:endParaRPr lang="en-US" sz="13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semanal de 30 min com o patrocinador</a:t>
            </a:r>
            <a:endParaRPr lang="en-US" sz="13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até 1 dia útil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68796" y="2057400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DE VOCÊS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68796" y="2450592"/>
            <a:ext cx="499719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 com autoridade para mobilizar</a:t>
            </a:r>
            <a:endParaRPr lang="en-US" sz="13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da equipe no pré-trabalho e sessões</a:t>
            </a:r>
            <a:endParaRPr lang="en-US" sz="13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e integrações acordados: {{lista}}</a:t>
            </a:r>
            <a:endParaRPr lang="en-US" sz="13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nos portões: vocês decidem, nós executamos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vamos nos falar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30552"/>
            <a:ext cx="21823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42427" y="2130552"/>
            <a:ext cx="808640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715768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21823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 projeto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2427" y="2788920"/>
            <a:ext cx="808640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{{Slack/Teams do cliente, canal dedicado}}: dia a dia e logística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374136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47288"/>
            <a:ext cx="21823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42427" y="3447288"/>
            <a:ext cx="808640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Decisões, escopo, entregáveis. A trilha formal ({{nome}}@abbaservices.com.br)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32504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05656"/>
            <a:ext cx="21823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semanal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42427" y="4105656"/>
            <a:ext cx="808640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{{dia/hora}} · 30 min · patrocinador + ABBA: progresso, bloqueios, próximos 7 dias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690872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64024"/>
            <a:ext cx="21823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da diretoria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42427" y="4764024"/>
            <a:ext cx="808640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de cada fase e trimestralmente: resultados contra os objetivos declarados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CONFIDENCIALIDADE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Seus dados, com respeito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585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3360" y="2240280"/>
            <a:ext cx="7342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Vocês: Controlador · ABBA: Operadora. Tratamos dados sob suas instruções documentadas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186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0" y="3200400"/>
            <a:ext cx="7342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segregado por cliente, criptografia, trilha de auditoria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788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AUTOMATIZADAS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4160520"/>
            <a:ext cx="7342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agente tem ponto de aprovação humana e inventário mapeado ao Art. 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38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NUNCA FAZEMOS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0" y="5120640"/>
            <a:ext cx="7342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modelos com dados de vocês · dado de cliente fora do ambiente do projeto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IMEDIATA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próximos 7 dias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Confidencial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76272"/>
            <a:ext cx="61886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48779" y="2176272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257386" y="2176272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724912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98064"/>
            <a:ext cx="61886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{{Pré-trabalho disparado aos participantes}}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48779" y="2798064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57386" y="2798064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{{data}}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46704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19856"/>
            <a:ext cx="61886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{{Acessos e integrações liberados}}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48779" y="3419856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{{Cliente}}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57386" y="3419856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{{data}}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41648"/>
            <a:ext cx="61886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{{Primeira entrevista agendada}}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48779" y="4041648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57386" y="4041648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{{data}}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590288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63440"/>
            <a:ext cx="618865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deste kickoff no e-mail de vocês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48779" y="4663440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57386" y="4663440"/>
            <a:ext cx="197144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 Agora é execução.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204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Nós recomendamos com convicção. Vocês decidem. E medimos tudo: projetado versus realizado, do primeiro dia à graduação.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{{nome}}@abbaservices.com.br · abbaservices.com.br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ABBA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ABBA Consultoria de IA</dc:creator>
  <cp:lastModifiedBy>ABBA Consultoria de IA</cp:lastModifiedBy>
  <cp:revision>1</cp:revision>
  <dcterms:created xsi:type="dcterms:W3CDTF">2026-09-02T18:39:22Z</dcterms:created>
  <dcterms:modified xsi:type="dcterms:W3CDTF">2026-09-02T18:39:22Z</dcterms:modified>
</cp:coreProperties>
</file>