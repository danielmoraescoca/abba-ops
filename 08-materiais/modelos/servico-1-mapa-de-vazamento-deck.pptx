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SERVIÇOS ABBA · 1 DE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conversa —</a:t>
            </a:r>
            <a:endParaRPr lang="en-US" sz="38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Mapa de Vazamento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deveria pagar para descobrir se faz sentido.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minutos de conversa — e uma análise já feita.</a:t>
            </a:r>
            <a:endParaRPr lang="en-US" sz="2700" dirty="0"/>
          </a:p>
        </p:txBody>
      </p:sp>
      <p:pic>
        <p:nvPicPr>
          <p:cNvPr id="4" name="Image 0" descr="/tmp/claude-0/-home-user/3b340934-06d1-5f26-b467-4c811e620256/scratchpad/fotos/assessment-rad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2057400"/>
            <a:ext cx="324612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19872" y="2057400"/>
            <a:ext cx="3246120" cy="3566160"/>
          </a:xfrm>
          <a:prstGeom prst="rect">
            <a:avLst/>
          </a:prstGeom>
          <a:ln w="12700">
            <a:solidFill>
              <a:srgbClr val="D9D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62672" y="56967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real de uma análise ABBA — maturidade por dimensão (empresa preservada).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6885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não chegamos de mãos vazias. Antes da primeira reunião, analisamos a sua empresa com informação pública — e em 48 horas você recebe um documento de duas páginas com uma estimativa, em reais, do que pode estar vazando na operação: retrabalho entre sistemas, juros e tarifas evitáveis, perdas em conciliação, o custo do fechamento lento.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6885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Gratuito, sem custo e sem compromisso. Se fizer sentido, seguimos.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22960" y="5303520"/>
            <a:ext cx="68854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577840"/>
            <a:ext cx="6885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 boa começa com um número na mesa, não com promessa.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número faz a diretoria reagir.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fazem o leitor pensar. Um número faz o leitor reagir — concordando, discordando ou corrigindo. Qualquer uma das três reações é uma conversa de verdade; a ausência de reação é um PDF arquivado.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um número em reais circula onde a decisão mora: na diretoria e no financeiro — não na caixa de entrada da TI.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regras de honestidade do documento.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Sempre faixa, nunca número exato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exato calculado de fora seria precisão de mentira — e nós não afirmamos precisão que não medimos.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33472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24912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 sem fonte não entra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premissa vem numerada, com a referência pública citada — incluindo o que assumimos e ainda não sabemos.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255264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46704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 estimativa honesta for baixa, ela vai baixa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mapa inflado vende uma reunião e perde a relação.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877056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68496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de dado seu no documento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contrato, só informação pública e o que você nos disse na conversa.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498848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590288"/>
            <a:ext cx="10543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prometemos capturar a faixa inteira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estima o vazamento; a captura é uma fração dele — e isso se diz em voz alta na apresentação.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COM VOCÊ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páginas que valem uma reunião.</a:t>
            </a:r>
            <a:endParaRPr lang="en-US" sz="2700" dirty="0"/>
          </a:p>
        </p:txBody>
      </p:sp>
      <p:pic>
        <p:nvPicPr>
          <p:cNvPr id="4" name="Image 0" descr="/tmp/claude-0/-home-user/3b340934-06d1-5f26-b467-4c811e620256/scratchpad/fotos/analise-abba-modelo-p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773" y="2057400"/>
            <a:ext cx="2715219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50773" y="2057400"/>
            <a:ext cx="2715219" cy="3840480"/>
          </a:xfrm>
          <a:prstGeom prst="rect">
            <a:avLst/>
          </a:prstGeom>
          <a:ln w="12700">
            <a:solidFill>
              <a:srgbClr val="D9D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93573" y="5971032"/>
            <a:ext cx="362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real do documento — a faixa, o vetor e as premissas com fonte.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741633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faixa em reais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ordem de grandeza anual — e o vetor principal: por onde o dinheiro está saindo.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2779776"/>
            <a:ext cx="7416333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71216"/>
            <a:ext cx="741633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premissas, com fonte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sua equipe conferir cada uma — é assim que a estimativa se torna defensável.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3547872"/>
            <a:ext cx="7416333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639312"/>
            <a:ext cx="741633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perguntas que só você pode responder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respostas movem a faixa nos dois sentidos — e são exatamente o que a conversa seguinte esclarece.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22960" y="4498848"/>
            <a:ext cx="7416333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773168"/>
            <a:ext cx="74163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documento já demonstra o método pelo qual queremos ser contratados.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ENCAIXE NA JORNADA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o degrau zero — e ele não se vende.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de Vazamento aponta onde o dinheiro vaza — mas não prova a causa: foi feito de fora, com informação pública. A prova começa no mergulho de verdade, o Assessment.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história começa com uma conversa de 45 minutos — e com o seu Mapa de Vazamento, gratuito, em 48 horas.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4572000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CONTATO@ABBASERVICES.COM.BR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2026-08-06T19:00:39Z</dcterms:created>
  <dcterms:modified xsi:type="dcterms:W3CDTF">2026-08-06T19:00:39Z</dcterms:modified>
</cp:coreProperties>
</file>