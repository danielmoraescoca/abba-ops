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77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210312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2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SERVIÇOS ABBA · 5 DE 7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700"/>
              </a:lnSpc>
              <a:buNone/>
            </a:pPr>
            <a:r>
              <a:rPr lang="en-US" sz="3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Treinamento + ABBA Portal —</a:t>
            </a:r>
            <a:endParaRPr lang="en-US" sz="3800" dirty="0"/>
          </a:p>
          <a:p>
            <a:pPr indent="0" marL="0">
              <a:lnSpc>
                <a:spcPts val="4700"/>
              </a:lnSpc>
              <a:buNone/>
            </a:pPr>
            <a:r>
              <a:rPr lang="en-US" sz="3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mentalidade nova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822960" y="42062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i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 aqui que a transformação alcança cada pessoa.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6355080"/>
            <a:ext cx="10543032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2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— CONSULTORIA DE INTELIGÊNCIA ARTIFICIAL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8622792" y="64465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2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ABBASERVICES.COM.BR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7724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2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Todos os níveis, plataforma própria + presencial.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22960" y="2103120"/>
            <a:ext cx="9875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5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Formamos todos os níveis da equipe — na nossa plataforma própria e em sessões presenciais nos marcos do programa.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3337560"/>
            <a:ext cx="9875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5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plataforma: trilhas por nível, desafios práticos aplicados no trabalho real, um coach de IA disponível o tempo todo e credencial verificável ao graduar.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822960" y="6355080"/>
            <a:ext cx="10543032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2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— CONSULTORIA DE INTELIGÊNCIA ARTIFICIAL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8622792" y="64465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2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ABBASERVICES.COM.BR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7724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2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objetivo não é ensinar ferramenta.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22960" y="210312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5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instalar, em cada pessoa, três perguntas que mudam o jeito de olhar o próprio trabalho: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" y="2880360"/>
            <a:ext cx="10543032" cy="1691640"/>
          </a:xfrm>
          <a:prstGeom prst="rect">
            <a:avLst/>
          </a:prstGeom>
          <a:solidFill>
            <a:srgbClr val="F7F4EE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3136392"/>
            <a:ext cx="96286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eu posso parar de fazer — porque a IA agora faz?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eu posso começar a fazer — porque a IA agora permite?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só eu faço — e devo fazer ainda melhor?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480060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5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 organização inteira pensa assim, a mudança deixa de depender de consultor.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822960" y="6355080"/>
            <a:ext cx="10543032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2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— CONSULTORIA DE INTELIGÊNCIA ARTIFICIAL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8622792" y="64465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2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ABBASERVICES.COM.BR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7724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2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Aprendizado que vira comportamento.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22960" y="2103120"/>
            <a:ext cx="105430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Desafios no trabalho real  —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aprende assistindo vídeo: cada trilha exige aplicar no próprio trabalho — e mostrar o resultado.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22960" y="2688336"/>
            <a:ext cx="10543032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779776"/>
            <a:ext cx="105430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bússola pessoal  —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colaborador mantém o próprio parar · começar · continuar — o instrumento que acompanha a mudança, do primeiro dia à graduação.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822960" y="3364992"/>
            <a:ext cx="10543032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456432"/>
            <a:ext cx="105430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Aprender desbloqueia ferramenta  —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avanço na trilha libera ferramentas novas — o aprendizado vira produtividade no mesmo dia.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22960" y="4041648"/>
            <a:ext cx="10543032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4133088"/>
            <a:ext cx="105430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Campeões internos  —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destaques de cada área são formados para carregar a transformação depois que saímos da sala.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22960" y="6355080"/>
            <a:ext cx="10543032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2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— CONSULTORIA DE INTELIGÊNCIA ARTIFICIAL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8622792" y="64465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2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ABBASERVICES.COM.BR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7724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2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FICA COM VOCÊ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Capacidade instalada — e medida com honestidade.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22960" y="210312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equipe formada, nível a nível  —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diretoria à linha de frente, cada um com a trilha do seu papel.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22960" y="2706624"/>
            <a:ext cx="10543032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798064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Campeões certificados  —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credencial verificável — e a responsabilidade de manter o movimento vivo.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822960" y="3401568"/>
            <a:ext cx="10543032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493008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medição que importa  —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medimos, semanas depois, se o comportamento mudou de verdade — não se o vídeo foi assistido.</a:t>
            </a:r>
            <a:endParaRPr lang="en-US" sz="1450" dirty="0"/>
          </a:p>
        </p:txBody>
      </p:sp>
      <p:pic>
        <p:nvPicPr>
          <p:cNvPr id="9" name="Image 0" descr="/tmp/claude-0/-home-user/3b340934-06d1-5f26-b467-4c811e620256/scratchpad/onepager/m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325112"/>
            <a:ext cx="1901952" cy="411480"/>
          </a:xfrm>
          <a:prstGeom prst="rect">
            <a:avLst/>
          </a:prstGeom>
        </p:spPr>
      </p:pic>
      <p:pic>
        <p:nvPicPr>
          <p:cNvPr id="10" name="Image 1" descr="/tmp/claude-0/-home-user/3b340934-06d1-5f26-b467-4c811e620256/scratchpad/onepager/crewai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4325112"/>
            <a:ext cx="1353312" cy="41148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822960" y="6355080"/>
            <a:ext cx="10543032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2296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2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— CONSULTORIA DE INTELIGÊNCIA ARTIFICIAL</a:t>
            </a:r>
            <a:endParaRPr lang="en-US" sz="850" dirty="0"/>
          </a:p>
        </p:txBody>
      </p:sp>
      <p:sp>
        <p:nvSpPr>
          <p:cNvPr id="13" name="Text 9"/>
          <p:cNvSpPr/>
          <p:nvPr/>
        </p:nvSpPr>
        <p:spPr>
          <a:xfrm>
            <a:off x="8622792" y="64465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2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ABBASERVICES.COM.BR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7724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2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ENCAIXE NA JORNADA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Anda junto com a construção.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22960" y="2103120"/>
            <a:ext cx="9875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5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e pessoas se transformam ao mesmo tempo — porque de nada adiantam sistemas novos com a empresa pensando do jeito antigo. E durante a capacitação, sua equipe usa ferramentas dos nossos parceiros para construir as próprias soluções.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" y="5029200"/>
            <a:ext cx="4572000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5257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6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CONTATO@ABBASERVICES.COM.BR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6355080"/>
            <a:ext cx="10543032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2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— CONSULTORIA DE INTELIGÊNCIA ARTIFICIAL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622792" y="64465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2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ABBASERVICES.COM.BR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2026-08-06T19:00:39Z</dcterms:created>
  <dcterms:modified xsi:type="dcterms:W3CDTF">2026-08-06T19:00:39Z</dcterms:modified>
</cp:coreProperties>
</file>