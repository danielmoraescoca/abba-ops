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2286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6583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capacidade de IA —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provamos, de fora, o que ela mudou.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19019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combinado antes · medido depois · assinado por 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02920" y="25603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maioria dos projetos de IA falha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02920" y="285292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a tecnologia. É a adoção: 70% do valor de uma transformação em IA vive em pessoas, processos e cultura — e ninguém combina, antes de começar, o número que dirá se deu certo. O mercado vende os outros 30%: ferramenta, piloto sem métrica, curso.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36576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fazemos — as duas coisas que não dá para fazer de dentro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2103120" cy="1965960"/>
          </a:xfrm>
          <a:prstGeom prst="roundRect">
            <a:avLst>
              <a:gd name="adj" fmla="val 2791"/>
            </a:avLst>
          </a:prstGeom>
          <a:solidFill>
            <a:srgbClr val="F4F1E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Avaliamos a empresa a fundo (25 dimensões), validamos um protótipo com dados reais — a diretoria decide GO/NO-GO com números — e construímos agentes de IA sob medida, com aprovação humana.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2743200" y="3977640"/>
            <a:ext cx="2103120" cy="1965960"/>
          </a:xfrm>
          <a:prstGeom prst="roundRect">
            <a:avLst>
              <a:gd name="adj" fmla="val 2791"/>
            </a:avLst>
          </a:prstGeom>
          <a:solidFill>
            <a:srgbClr val="F4F1EA"/>
          </a:solidFill>
          <a:ln/>
        </p:spPr>
      </p:sp>
      <p:sp>
        <p:nvSpPr>
          <p:cNvPr id="14" name="Text 12"/>
          <p:cNvSpPr/>
          <p:nvPr/>
        </p:nvSpPr>
        <p:spPr>
          <a:xfrm>
            <a:off x="288036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Capacitamos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443484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Treinamos todos os níveis da equipe — plataforma própria + sessões presenciais. Campeões internos formados: no fim, a capacidade é de vocês, não nossa.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983480" y="3977640"/>
            <a:ext cx="2103120" cy="1965960"/>
          </a:xfrm>
          <a:prstGeom prst="roundRect">
            <a:avLst>
              <a:gd name="adj" fmla="val 2791"/>
            </a:avLst>
          </a:prstGeom>
          <a:solidFill>
            <a:srgbClr val="F4F1EA"/>
          </a:solidFill>
          <a:ln/>
        </p:spPr>
      </p:sp>
      <p:sp>
        <p:nvSpPr>
          <p:cNvPr id="17" name="Text 15"/>
          <p:cNvSpPr/>
          <p:nvPr/>
        </p:nvSpPr>
        <p:spPr>
          <a:xfrm>
            <a:off x="51206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Provamos, de fora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443484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nasce com métrica combinada e vira resultado medido, assinado. Funciona como uma auditoria: ninguém dispensa o auditor por ter CFO.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502920" y="61722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prometemos — e o que nos recusamos a prometer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2920" y="6492240"/>
            <a:ext cx="3200400" cy="2286000"/>
          </a:xfrm>
          <a:prstGeom prst="roundRect">
            <a:avLst>
              <a:gd name="adj" fmla="val 2400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6629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Prometemos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694944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entra sem métrica combinada antes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sai medido — inclusive o que der errado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veem o registro inteiro, sempre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58768" y="6492240"/>
            <a:ext cx="3200400" cy="2286000"/>
          </a:xfrm>
          <a:prstGeom prst="roundRect">
            <a:avLst>
              <a:gd name="adj" fmla="val 2400"/>
            </a:avLst>
          </a:prstGeom>
          <a:solidFill>
            <a:srgbClr val="F4F1E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1648" y="6629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Recusamos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133088" y="694944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sem métrica de sucesso definida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números que não medimos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por vocês — a IA rascunha, um humano assina, a diretoria decide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89154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 uma firma nova, e não inventamos histórico: vendemos o método e o registro — é mais do que a maioria consegue mostrar depois de dez clientes.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02920" y="9464040"/>
            <a:ext cx="6556248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957376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próximo passo não custa nada: </a:t>
            </a:r>
            <a:pPr indent="0" marL="0">
              <a:buNone/>
            </a:pPr>
            <a:r>
              <a:rPr lang="en-US" sz="100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de Vazamento — uma análise da sua empresa feita com informação pública, com uma estimativa em reais do que pode estar vazando. Documento em 48h.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1035100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comercial@abbaservices.com.br · abbaservices.com.br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1051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exatamente se compra — a Escada ABBA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2920" y="65836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degrau entrega valor inteiro sozinho — e produz o insumo do próximo.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6556248" cy="1481328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490472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99616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145389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Vazamento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176479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páginas com uma estimativa em R$ do que pode estar vazando, feitas com informação pública, em 48h.</a:t>
            </a:r>
            <a:endParaRPr lang="en-US" sz="930" dirty="0"/>
          </a:p>
        </p:txBody>
      </p:sp>
      <p:sp>
        <p:nvSpPr>
          <p:cNvPr id="10" name="Text 8"/>
          <p:cNvSpPr/>
          <p:nvPr/>
        </p:nvSpPr>
        <p:spPr>
          <a:xfrm>
            <a:off x="1298448" y="229514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onde o dinheiro vaza — foi feito de fora, e é por isso que a primeira conversa existe.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02920" y="2953512"/>
            <a:ext cx="6556248" cy="1481328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118104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127248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0815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de Prontidão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R$ 28.000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98448" y="339242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lida em 25 dimensões, do conselho à linha de frente, com entrevistas.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1298448" y="392277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+ portfólio de oportunidades ranqueado e quantificado — o plano com dado por trás.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4581144"/>
            <a:ext cx="6556248" cy="1481328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/>
        </p:spPr>
      </p:sp>
      <p:sp>
        <p:nvSpPr>
          <p:cNvPr id="18" name="Shape 16"/>
          <p:cNvSpPr/>
          <p:nvPr/>
        </p:nvSpPr>
        <p:spPr>
          <a:xfrm>
            <a:off x="685800" y="4745736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475488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98448" y="4709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Completo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R$ 185.000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98448" y="50200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validado com dados reais (GO/NO-GO pela diretoria) → construção dos agentes + capacitação híbrida de todos os níveis.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1298448" y="555040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em produção + campeões formados. A capacidade fica com vocês.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02920" y="6208776"/>
            <a:ext cx="6556248" cy="1481328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6373368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6382512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98448" y="633679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com presença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R$ 9.500/mês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98448" y="6647688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sob SLA + ritual semanal de 20 minutos + evolução contínua.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1298448" y="7178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diário decisão → resultado medido: a prova, mês a mês, do que a IA está devolvendo.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02920" y="7836408"/>
            <a:ext cx="6556248" cy="1481328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/>
        </p:spPr>
      </p:sp>
      <p:sp>
        <p:nvSpPr>
          <p:cNvPr id="30" name="Shape 28"/>
          <p:cNvSpPr/>
          <p:nvPr/>
        </p:nvSpPr>
        <p:spPr>
          <a:xfrm>
            <a:off x="685800" y="80010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801014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98448" y="796442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Conselheiro de IA  </a:t>
            </a:r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proposta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98448" y="827532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de IA, do seu lado da mesa: presença na diretoria, roadmap vivo, arbitragem independente de fornecedores.</a:t>
            </a:r>
            <a:endParaRPr lang="en-US" sz="930" dirty="0"/>
          </a:p>
        </p:txBody>
      </p:sp>
      <p:sp>
        <p:nvSpPr>
          <p:cNvPr id="34" name="Text 32"/>
          <p:cNvSpPr/>
          <p:nvPr/>
        </p:nvSpPr>
        <p:spPr>
          <a:xfrm>
            <a:off x="1298448" y="880567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para quem já tem IA rodando — não precisa do programa para ter a cadeira.</a:t>
            </a:r>
            <a:endParaRPr lang="en-US" sz="930" dirty="0"/>
          </a:p>
        </p:txBody>
      </p:sp>
      <p:sp>
        <p:nvSpPr>
          <p:cNvPr id="35" name="Shape 33"/>
          <p:cNvSpPr/>
          <p:nvPr/>
        </p:nvSpPr>
        <p:spPr>
          <a:xfrm>
            <a:off x="502920" y="9555480"/>
            <a:ext cx="6556248" cy="658368"/>
          </a:xfrm>
          <a:prstGeom prst="roundRect">
            <a:avLst>
              <a:gd name="adj" fmla="val 8333"/>
            </a:avLst>
          </a:prstGeom>
          <a:solidFill>
            <a:srgbClr val="1B2A4A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96560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da escada: </a:t>
            </a:r>
            <a:pPr indent="0" marL="0">
              <a:buNone/>
            </a:pPr>
            <a:r>
              <a:rPr lang="en-US" sz="950" dirty="0">
                <a:solidFill>
                  <a:srgbClr val="C9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do produto de entrada credita 100% no Programa em até 90 dias. Portas laterais para urgências: Workshop Shadow AI (R$ 14.000) e Sprint LGPD (R$ 24.000).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02920" y="10351008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comercial@abbaservices.com.br · abbaservices.com.br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2026-08-05T17:26:31Z</dcterms:created>
  <dcterms:modified xsi:type="dcterms:W3CDTF">2026-08-05T17:26:31Z</dcterms:modified>
</cp:coreProperties>
</file>