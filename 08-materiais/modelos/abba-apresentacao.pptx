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46520" y="1879092"/>
            <a:ext cx="0" cy="1728216"/>
          </a:xfrm>
          <a:prstGeom prst="line">
            <a:avLst/>
          </a:prstGeom>
          <a:noFill/>
          <a:ln w="17780">
            <a:solidFill>
              <a:srgbClr val="B898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6446520" y="2215134"/>
            <a:ext cx="-528066" cy="-576072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446520" y="2023110"/>
            <a:ext cx="576072" cy="-528066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6446520" y="2455164"/>
            <a:ext cx="403250" cy="-432054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446520" y="2339950"/>
            <a:ext cx="-326441" cy="-288036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3271266"/>
            <a:ext cx="-595274" cy="480060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3415284"/>
            <a:ext cx="556870" cy="432054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3079242"/>
            <a:ext cx="288036" cy="336042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3175254"/>
            <a:ext cx="-268834" cy="316840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30418" y="3608222"/>
            <a:ext cx="1632204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2044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HISTÓRIA, EM UM MINUTO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semana, um dono de empresa ouve que precisa “fazer algo com IA”. Muitos já tentaram: compraram uma ferramenta, rodaram um piloto, mandaram o time para um curso. E quase tudo morreu na praia.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681728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por causa da tecnologia. Foi porque ninguém combinou, antes de começar, o que seria “dar certo” — e porque ninguém preparou as pessoas para trabalhar de um jeito novo. Setenta por cento do valor de uma transformação em IA está em pessoas, processos e cultura. O mercado vende os outros trinta.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742432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nasceu para fazer o caminho inteiro: entender a sua empresa a fundo, construir as soluções certas para o seu fluxo de trabalho, validar cada uma com dados reais antes de qualquer investimento pesado, formar as suas pessoas — e ficar ao seu lado provando, mês a mês, o que mudou.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694944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7114032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TRANSFORMAÇÃO COMO UMA ÁRVORE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7406640"/>
            <a:ext cx="60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transformação de verdade não é um sistema instalado num canto. É uma árvore: plantada com a diretoria, ela estende as raízes até tocar cada funcionário — do conselho à linha de frente. Sistemas novos no fluxo de trabalho, e uma mentalidade nova em cada pessoa.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83667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8613648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combinado antes.</a:t>
            </a:r>
            <a:endParaRPr lang="en-US" sz="22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2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Medido depois. Assinado por gente.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77240" y="9582912"/>
            <a:ext cx="600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solução nossa começa sem uma métrica de sucesso acordada com você — e nenhuma termina sem esse número remedido, esteja bom ou ruim. Você vê o registro inteiro. Nas próximas páginas: como isso acontece, passo a passo.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PRIMEIRA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primeiro café aos sistemas rodando.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etapa entrega algo inteiro sozinha — e produz o insumo da próxima.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96596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— e o Mapa de Vazamento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— e nós já chegamos com uma análise da sua empresa feita, com informação pública, incluindo uma estimativa em reais do que pode estar vazando na operação.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87121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554480" y="327355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 o documento em 48 horas, sem custo e sem compromisso. Se fizer sentido, seguimos.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373075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— o mergulho profundo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avaliamos 25 dimensões proprietárias, do conselho à linha de frente: como o trabalho realmente flui, onde quebra, onde vaza valor, quem decide o quê.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54480" y="483717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 — e não é o que a empresa acha que precisa: é o que o mergulho revela.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554480" y="52395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níveis, com nossa ferramenta própria de análise. Você sai com um portfólio de oportunidades ranqueado e quantificado — não uma lista de ideias.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583387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5943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554480" y="6035040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— a prova antes do investimento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665683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554480" y="705916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— e mata no papel a ideia que não fica de pé.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54480" y="746150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77240" y="7918704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" y="8028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554480" y="8119872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— os sistemas no seu fluxo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54480" y="874166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os agentes de IA sob medida e colocamos em produção, dentro do fluxo de trabalho real da sua equipe.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54480" y="914400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 — deixa a operação mais eficiente, mais rápida e mais poderosa.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554480" y="954633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SEGUNDA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pessoas, a operação e a cadeira.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de nada adiantam sistemas novos com a empresa pensando do jeito antigo.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— a mentalidade nova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5230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(trilhas por nível, desafios práticos, um coach de IA disponível o tempo todo, credencial verificável ao graduar) e em sessões presenciais nos marcos do programa.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953512"/>
            <a:ext cx="5230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a árvore toca cada funcionário. O objetivo não é ensinar ferramenta — é instalar, em cada pessoa, três perguntas que mudam o jeito de olhar o próprio trabalho: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54480" y="3465576"/>
            <a:ext cx="5230368" cy="93268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584448"/>
            <a:ext cx="4681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 — porque a IA agora faz?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 — porque a IA agora permite?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 — e devo fazer ainda melhor?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554480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 — e a capacidade fica com vocês.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505663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5184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54480" y="52760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— a operação com presença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56418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54480" y="60441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 — não sentir que ele existe.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54480" y="64465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69037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7013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554480" y="7104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— do seu lado da mesa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54480" y="74706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554480" y="78729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54480" y="82753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 — não precisa do programa para ter a cadeira.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" y="893368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 — durante a capacitação, sua equipe usa ferramentas dos nossos parceiros para construir as próprias soluções.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77240" y="929944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o que mostramos é o método e o registro — mais do que a maioria consegue mostrar depois de dez clientes.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9710928"/>
            <a:ext cx="6007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o seu Mapa de Vazamento, gratuito, em 48 horas.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10277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58768" y="10277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4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2026-08-05T18:02:34Z</dcterms:created>
  <dcterms:modified xsi:type="dcterms:W3CDTF">2026-08-05T18:02:34Z</dcterms:modified>
</cp:coreProperties>
</file>