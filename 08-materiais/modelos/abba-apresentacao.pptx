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Tornamos a sua empresa AI native.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627632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trabalhar com IA — e provamos o que mudou, com número combinado antes e medido depois.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combinado antes · medido depois · assinado por gente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7889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transformação como uma árvore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10896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transformação que funciona não é um sistema instalado num canto. É uma árvore: plantada com a diretoria, ela estende as raízes até tocar cada funcionário — do conselho à linha de frente. Por isso trabalhamos nas duas pontas ao mesmo tempo: no fluxo de trabalho, construindo soluções que tornam a operação mais eficiente e mais poderosa; e na mentalidade, formando cada pessoa para enxergar o próprio trabalho de um jeito novo.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4206240"/>
            <a:ext cx="6556248" cy="2286000"/>
          </a:xfrm>
          <a:prstGeom prst="roundRect">
            <a:avLst>
              <a:gd name="adj" fmla="val 24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3891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 — três perguntas: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posso PARAR de fazer — porque a IA agora faz?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posso COMEÇAR a fazer — porque a IA agora permite?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SÓ EU faço — e devo fazer ainda melhor?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58521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deixa de depender de consultor.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objetivo: a capacidade fica com vocês.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7208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maioria dos projetos de IA falha — e o que fazemos diferente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7022592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 tecnologia: é a adoção. 70% do valor de uma transformação em IA vive em pessoas, processos e cultura — e a maioria dos projetos começa sem combinar o número que dirá se deu certo. O mercado vende os outros 30%: ferramenta, piloto sem métrica, curso avulso. Nós instalamos os 70% — e cada solução nossa nasce com uma métrica de sucesso acordada com vocês antes de começar, remedida depois, com o registro inteiro à vista.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8138160"/>
            <a:ext cx="6556248" cy="960120"/>
          </a:xfrm>
          <a:prstGeom prst="roundRect">
            <a:avLst>
              <a:gd name="adj" fmla="val 5714"/>
            </a:avLst>
          </a:prstGeom>
          <a:solidFill>
            <a:srgbClr val="F4F1E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8275320"/>
            <a:ext cx="6035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oficiais: Microsoft e CrewAI.  </a:t>
            </a:r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sua equipe usa ferramentas dos nossos parceiros para construir as próprias soluções — a mesma tecnologia com que construímos os agentes que entram em produção.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92354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vendemos o método e o registro — mais do que a maioria consegue mostrar depois de dez clientes.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9646920"/>
            <a:ext cx="6556248" cy="621792"/>
          </a:xfrm>
          <a:prstGeom prst="roundRect">
            <a:avLst>
              <a:gd name="adj" fmla="val 8824"/>
            </a:avLst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974750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</a:t>
            </a:r>
            <a:pPr indent="0" marL="0">
              <a:buNone/>
            </a:pPr>
            <a:r>
              <a:rPr lang="en-US" sz="9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de Vazamento — análise da sua empresa com informação pública e uma estimativa em reais do que pode estar vazando. Em 48h.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fazemos — os serviços da consultoria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análise profunda à cadeira na sua diretoria — cada etapa produz o insumo da próxima.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7218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8132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4475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profundo: avaliação em 25 dimensões proprietárias, do conselho à linha de frente, para identificar exatamente onde a IA gera valor no SEU negócio.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231343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sai com um portfólio de oportunidades ranqueado e quantificado — não uma lista de ideias.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EFEBE2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953512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962656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926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80160" y="32186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validamos: um protótipo com os seus dados reais, e a diretoria decide GO ou NO-GO com números na mesa.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379476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 — o protótipo é a prova antes do compromisso.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4288536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4434840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443984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4074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 implantação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80160" y="470001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os agentes de IA sob medida, com a tecnologia dos nossos parceiros, e colocamos em produção — com pontos de aprovação humana em tudo que é crítico.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80160" y="527608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rodando no seu fluxo de trabalho, não relatório na gaveta.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5769864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EFEBE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5916168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92531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80160" y="588873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+ ABBA Portal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280160" y="618134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equipe: plataforma própria (trilhas por nível, desafios práticos, coach de IA, credencial verificável) + sessões presenciais nos marcos.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80160" y="6757416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— pessoas que carregam a transformação depois que saímos da sala.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" y="7251192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" y="7397496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7406640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737006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gerenciados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280160" y="766267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construímos, com presença: SLA honesto, ritual semanal de 20 minutos com quem decide, e o diário decisão → resultado medido.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80160" y="823874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prova, mês a mês, do que a IA está devolvendo — visível para a diretoria.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2920" y="8732520"/>
            <a:ext cx="6556248" cy="1371600"/>
          </a:xfrm>
          <a:prstGeom prst="roundRect">
            <a:avLst>
              <a:gd name="adj" fmla="val 4000"/>
            </a:avLst>
          </a:prstGeom>
          <a:solidFill>
            <a:srgbClr val="EFEBE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" y="887882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8887968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80160" y="88513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280160" y="91440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do seu lado da mesa: presença na diretoria, roadmap vivo e arbitragem independente de qualquer proposta de fornecedor que chegar.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280160" y="972007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para quem já tem IA rodando — não precisa do programa para ter a cadeira.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investimento — o que exatamente se compra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degrau entrega valor inteiro sozinho. O valor da entrada credita 100% no Programa em até 90 dias.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4356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74650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páginas com uma estimativa em R$ do que pode estar vazando, com informação pública, em 48h.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502920" y="2350008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597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Prontidão (Assessment)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R$ 28.000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7706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25 dimensões, do conselho à linha de frente → portfólio ranqueado e quantificado.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02920" y="3374136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4838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Completo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R$ 185.000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794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validado (GO/NO-GO) → construção e implantação + treinamento de todos os níveis no ABBA Portal e presencial.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4398264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5079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gerenciados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R$ 9.500/mês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8188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SLA + ritual semanal de 20 min + diário decisão → resultado.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5422392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5321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proposta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84301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na sua diretoria — presença, roadmap vivo, arbitragem de fornecedores.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6446520"/>
            <a:ext cx="6556248" cy="896112"/>
          </a:xfrm>
          <a:prstGeom prst="roundRect">
            <a:avLst>
              <a:gd name="adj" fmla="val 6122"/>
            </a:avLst>
          </a:prstGeom>
          <a:solidFill>
            <a:srgbClr val="F4F1E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65562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laterais 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R$ 14.000 · R$ 24.000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68671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Shadow AI (a IA que seus funcionários já usam sem você saber) · Sprint LGPD + governança de IA.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02920" y="75895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prometemos — e o que recusamos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" y="7918704"/>
            <a:ext cx="3200400" cy="1600200"/>
          </a:xfrm>
          <a:prstGeom prst="roundRect">
            <a:avLst>
              <a:gd name="adj" fmla="val 3429"/>
            </a:avLst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80284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Prometemos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8302752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entra sem métrica combinada antes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sai medido — inclusive o que der errado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veem o registro inteiro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858768" y="7918704"/>
            <a:ext cx="3200400" cy="1600200"/>
          </a:xfrm>
          <a:prstGeom prst="roundRect">
            <a:avLst>
              <a:gd name="adj" fmla="val 3429"/>
            </a:avLst>
          </a:prstGeom>
          <a:solidFill>
            <a:srgbClr val="F4F1EA"/>
          </a:solidFill>
          <a:ln/>
        </p:spPr>
      </p:sp>
      <p:sp>
        <p:nvSpPr>
          <p:cNvPr id="28" name="Text 26"/>
          <p:cNvSpPr/>
          <p:nvPr/>
        </p:nvSpPr>
        <p:spPr>
          <a:xfrm>
            <a:off x="4041648" y="80284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Recusamos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33088" y="8302752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sem métrica de sucesso definida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números que não medimos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por vocês — a IA rascunha, um humano assina, a diretoria decide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02920" y="9646920"/>
            <a:ext cx="6556248" cy="621792"/>
          </a:xfrm>
          <a:prstGeom prst="roundRect">
            <a:avLst>
              <a:gd name="adj" fmla="val 8824"/>
            </a:avLst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976579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</a:t>
            </a:r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conversa de 45 minutos — e o seu Mapa de Vazamento, gratuito, em 48h.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2026-08-05T17:43:27Z</dcterms:created>
  <dcterms:modified xsi:type="dcterms:W3CDTF">2026-08-05T17:43:27Z</dcterms:modified>
</cp:coreProperties>
</file>