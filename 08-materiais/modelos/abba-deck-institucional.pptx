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43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4303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416052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389120"/>
            <a:ext cx="87142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Capacidade de IA construída em escala — e provada, como terceiro, com o número combinado antes e medido depois.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dos projetos de IA não falha na tecnologia.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5856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224028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80% dos projetos de IA falham — o dobro dos projetos comuns de TI. A causa número um: começar sem combinar o que seria dar certo.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4747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58444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468880" y="356616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Desenvolvedores experientes com IA ficaram 19% mais lentos — convencidos de que estavam 20% mais rápidos. Autoavaliação erra por ~40 pontos: sem medição externa, ninguém sabe o que tem.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80060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910328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4892040"/>
            <a:ext cx="8897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amplifica o que já existe: base organizada rende; base bagunçada piora mais rápido. Arrumar a base não é atraso — é a condição do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NOSSA TESE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está 70% em pessoas, processos e governança.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vende os outros 30% — ferramentas, pilotos sem métrica, cursos soltos. Nós instalamos os 70%: o critério de sucesso, a base arrumada, as pessoas formadas e a medição de terceiro que sustenta cada decisão.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91840"/>
            <a:ext cx="105430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45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não vendemos ferramenta, nem piloto, nem curso: vendemos um caminho de um ano com porta de saída limpa em cada fase — e a prova, medida, de que ele funcionou.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TODA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Mapa de Vazamento — grátis, feito de fora, com um número dentro.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qualquer contrato, entregamos um mapa do que estimamos estar vazando na sua operação: onde, quanto por mês, e o que faríamos primeiro. Se o número não convencer, a conversa termina ali — sem custo e sem compromisso.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mapa-de-vazamento--pagina-re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4276" y="2834640"/>
            <a:ext cx="32004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programa, um ano, três fases — e três portas de saída.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do ano é tomada uma vez, mas o risco não: cada fase termina num portão onde a decisão volta para a sua mão.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A PROVA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semanas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27050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caso construído com os seus dados, rodando e medido contra a métrica combinada por escrito na primeira semana — mais o portfólio completo de oportunidades, ranqueado.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59224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9224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A CONSTRUÇÃO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59224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2–6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9224" y="3520440"/>
            <a:ext cx="327050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casos aprovados em produção, com integrações e pontos de aprovação humana — e a sua equipe formada em turma própria, com fluência medida em 30, 60 e 90 dias.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95488" y="2788920"/>
            <a:ext cx="3270504" cy="0"/>
          </a:xfrm>
          <a:prstGeom prst="line">
            <a:avLst/>
          </a:prstGeom>
          <a:noFill/>
          <a:ln w="1524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5488" y="2926080"/>
            <a:ext cx="32705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A DURABILIDADE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95488" y="320040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8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meses 7–12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95488" y="3520440"/>
            <a:ext cx="327050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acompanhada, presença semanal, relatório de projetado versus realizado — a capacidade funcionando sem consultor no meio.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PORTÃO DA PROVA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4303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em seis semanas o número combinado não apareceu — ou se você simplesmente mudar de ideia — você sai levando tudo o que foi produzido. Sem multa. Sem constrangimento.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448056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70916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D8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portão retém execução, nunca informação: o portfólio ranqueado da fase 1 é seu, fique ou não.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DA CONSTRUÇÃO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de verdade, não demo de feira.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integrações com os seus sistemas, agentes de IA com pontos de aprovação humana desenhados — e cada entrega com dono, prazo e critério de aceite.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construcao--relatorio-deploym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834640"/>
            <a:ext cx="2423160" cy="3429000"/>
          </a:xfrm>
          <a:prstGeom prst="rect">
            <a:avLst/>
          </a:prstGeom>
        </p:spPr>
      </p:pic>
      <p:pic>
        <p:nvPicPr>
          <p:cNvPr id="7" name="Image 1" descr="/home/user/abba-ops/08-materiais/assets/fotos/portal--painel-rea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3063240"/>
            <a:ext cx="5166360" cy="29169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06240" y="6016752"/>
            <a:ext cx="5166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000" i="1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de implantação real (empresa preservada) e o portal da turma.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PRIMEIRO ANO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relação não termina: ela passa a ser medida todo ano.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segundo ano em diante, a empresa opera sozinha e nós ficamos com o que não dá para fazer de dentro: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61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ACOMPANHADA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0" y="2743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SLA, presença semanal e relatório mensal de projetado versus realizado.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904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CONSELHO TRIMESTRAL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3886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pauta de IA da diretoria, preparada e defendida por quem mediu o ano inteiro.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04748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EXAME ANUAL DE IA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0" y="5029200"/>
            <a:ext cx="72511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re-medição completa da maturidade, comparada ano contra ano — a série histórica que só existe aqui e vale mais a cada ano.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543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do Exame que sai a fila de oportunidades do ano seguinte — melhorias que só aparecem depois que o fluxo novo existe.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TEM IA RODANDO?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Conselheiro de IA — a cadeira do seu lado da mesa.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43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já construiu: presença fracionária na diretoria, roadmap vivo, parecer por escrito sobre cada fornecedor e a memória do que foi decidido e medido — sem custo de um diretor em folha.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pic>
        <p:nvPicPr>
          <p:cNvPr id="6" name="Image 0" descr="/home/user/abba-ops/08-materiais/assets/fotos/conselheiro--parecer-arbitrage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4316" y="2880360"/>
            <a:ext cx="2560320" cy="3621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94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UM TERCEIRO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30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time interno pode ser a própria prova.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2103120"/>
            <a:ext cx="1054303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razão pela qual empresas com um ótimo CFO ainda contratam quem verifique as contas de fora: quem executa não pode atestar o próprio resultado. Na ABBA, a prova é de terceiro por construção — a expectativa é declarada antes e fica imutável, o resultado só entra medido e assinado por uma pessoa nomeada da sua empresa, e o histórico nunca se apaga. O melhor diretor de IA do mundo não substitui isso; ele usa isso.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4206240"/>
            <a:ext cx="10543032" cy="0"/>
          </a:xfrm>
          <a:prstGeom prst="line">
            <a:avLst/>
          </a:prstGeom>
          <a:noFill/>
          <a:ln w="9525">
            <a:solidFill>
              <a:srgbClr val="E5E0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389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PRÓPRIAS E PARCEIROS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470916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333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roda sobre tecnologia construída por nós; a capacitação, sobre plataforma própria. Na construção, a sua equipe usa ferramentas dos nossos parceiros para construir as próprias soluções.</a:t>
            </a:r>
            <a:endParaRPr lang="en-US" sz="1250" dirty="0"/>
          </a:p>
        </p:txBody>
      </p:sp>
      <p:pic>
        <p:nvPicPr>
          <p:cNvPr id="9" name="Image 0" descr="/home/user/abba-ops/08-materiais/assets/marca/logo-microso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577840"/>
            <a:ext cx="1435608" cy="310896"/>
          </a:xfrm>
          <a:prstGeom prst="rect">
            <a:avLst/>
          </a:prstGeom>
        </p:spPr>
      </p:pic>
      <p:pic>
        <p:nvPicPr>
          <p:cNvPr id="10" name="Image 1" descr="/home/user/abba-ops/08-materiais/assets/marca/logo-crew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5522976"/>
            <a:ext cx="1325880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NOSSAS RAÍZES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4303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Verdade dita mesmo quando custa.</a:t>
            </a:r>
            <a:endParaRPr lang="en-US" sz="27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antes de opinião.</a:t>
            </a:r>
            <a:endParaRPr lang="en-US" sz="27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Tornar-nos desnecessários no operacional.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57200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333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instalamos fica com você: os sistemas, as pessoas formadas e o registro de tudo o que foi decidido e medido.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6400800"/>
            <a:ext cx="10543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6E6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PRÓXIMO PASSO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43032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custa nada e cabe em 45 minutos: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Mapa de Vazamento da sua operação.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4526280"/>
            <a:ext cx="2011680" cy="0"/>
          </a:xfrm>
          <a:prstGeom prst="line">
            <a:avLst/>
          </a:prstGeom>
          <a:noFill/>
          <a:ln w="1905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00600"/>
            <a:ext cx="105430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D8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Consultoria de IA · contato@abbaservices.com.br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ABBA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ABBA Consultoria de IA</dc:creator>
  <cp:lastModifiedBy>ABBA Consultoria de IA</cp:lastModifiedBy>
  <cp:revision>1</cp:revision>
  <dcterms:created xsi:type="dcterms:W3CDTF">2026-09-01T13:10:18Z</dcterms:created>
  <dcterms:modified xsi:type="dcterms:W3CDTF">2026-09-01T13:10:18Z</dcterms:modified>
</cp:coreProperties>
</file>