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6501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REUNIÃO · DESCOBERTA TÉCNICA DO PROTÓTIPO · 7 BLOCOS, ~60 MIN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6501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Sair daqui com o protótipo desenhável.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30352" y="1188720"/>
            <a:ext cx="6501384" cy="530352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61872"/>
            <a:ext cx="6135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“Hoje o meu papel é entender o problema a fundo — vou fazer bastante pergunta, algumas bem básicas. É de propósito: o nosso time de engenharia desenha o protótipo em cima do que eu levar daqui.”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6501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Ouro: pedir para MOSTRAREM · anotar todo nome próprio (sistema, tela, campo) · nunca prometer prazo ou arquitetura na hora.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8463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0976" y="210312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o processo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12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2368296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 contem o processo do início ao fim, como se eu fosse fazer esse trabalho amanhã: o que chega, quem pega, o que faz, para onde vai?”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50976" y="27706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DISPARA o processo — e-mail, arquivo, pedido, data do mês?”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entrada do fluxo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50976" y="304495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“Resposta na hora, ou pode rodar em lote — de noite?”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ritmo = arquitetura e custo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50976" y="331927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“Quantos por dia/mês? Quanto tempo cada um? Quantas pessoas tocam?”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50976" y="359359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 quando NÃO segue o padrão? Dois exemplos reais.”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os casos de teste; onde protótipos morrem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50976" y="386791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só um pudesse ser resolvido este mês, qual tira mais dinheiro/sono?”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protótipo é UM caso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50976" y="4169664"/>
            <a:ext cx="608076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" y="4279392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número do sucesso e o custo do erro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10 min · O MAIS IMPORTANTE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" y="454456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é o número de hoje — tempo, erro, custo, atraso? Já é medido? Onde?”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baseline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50976" y="481888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número faria vocês dizerem ‘aprovado, vamos investir’?”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meta do GO — combinada ANTES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50976" y="509320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erro seria INACEITÁVEL? E qual é tolerável, se pego na revisão?”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 onde vai a aprovação humana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50976" y="5367528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bate o martelo de que funcionou?”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50976" y="5650992"/>
            <a:ext cx="608076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0976" y="576072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inteligência do trabalho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10 min · O QUE DESENHA A SOLUÇÃO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" y="6025896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colocasse aqui amanhã um estagiário brilhante, sem experiência da casa: o que diriam para ele fazer, em que ordem? E o que ele ERRARIA no primeiro mês — por quê?”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erraria = o conhecimento tácito que vira instrução, exemplo ou revisão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50976" y="653796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“Onde está ESCRITO como fazer certo — manual, política, tabela, catálogo, histórico? E o que só existe na cabeça de alguém?”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base de consulta da solução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50976" y="694029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“Quais passos são ‘seguir regra’ — e quais têm decisão de verdade?”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50976" y="721461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vocês reconhecem um resultado BEM feito — e um que parece certo mas está errado?”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30352" y="10259568"/>
            <a:ext cx="6501384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10332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8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CARTÃO DE REUNIÃO · DESCOBERTA DO PROTÓTIPO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202936" y="10332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8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 DE 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356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50976" y="41148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sistemas e o destino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8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67665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“Onde o processo mora — que sistemas, planilhas, ferramentas? Nuvem ou servidor de vocês?”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nome e versão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950976" y="96926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a informação entra e sai — digitação, relatório exportado, integração automática?”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= a ‘tomada’ que liga sistemas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950976" y="126187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resultado precisa chegar ONDE, em que formato, para quem?”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destino define a última etapa do fluxo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950976" y="1536192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a prova, exportação manual serve — alguém extrai e nos manda?”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de-risk: tira a TI do caminho crítico; integração real é fase de construção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50976" y="1828800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administra — TI interna, fornecedor, terceirizada?”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quem virá o acesso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50976" y="2112264"/>
            <a:ext cx="608076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221992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a amostra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10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248716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documentos e dados o processo usa e produz?”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PEDIR PARA VER UM EXEMPLAR NA HORA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50976" y="276148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“PDF escaneado ou digital? Foto? Áudio? Planilha padronizada ou cada um de um jeito?”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muda o protótipo inteiro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50976" y="305409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“Quantos por mês? Guardado desde quando? Onde?  ·  Tem dado pessoal — nome, CPF, salário?”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LGPD → anonimização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50976" y="334670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empresa permite IA em nuvem sobre esses dados, ou fica tudo dentro de casa?”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temos as duas vias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50976" y="3621024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“Precisamos de 20–50 exemplos reais com a resposta certa de cada um — um gabarito. Quem monta, e até quando?”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régua com que o protótipo será medido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50976" y="4050792"/>
            <a:ext cx="608076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976" y="416052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pessoas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442569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faz hoje? Quem conhece as exceções de cor?”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essa 2ª pessoa participa do protótipo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50976" y="470001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“Quantas horas por semana essa pessoa nos dá durante o protótipo?”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gargalo real — perguntar SEMPRE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50976" y="497433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revisa e aprova o que a IA fizer?”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IA executa, gente da confiança de vocês valida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50976" y="5248656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é o nosso ponto focal técnico?”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nome + canal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50976" y="5532120"/>
            <a:ext cx="608076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" y="5641848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 e logística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5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" y="5907024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“Precisa de NDA antes da amostra? Quem autoriza acessos?”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50976" y="6163056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80" i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bater a meta, quem decide o passo seguinte — e em que fórum?”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50976" y="641908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não prometer na hora — “nosso time volta com o desenho, cronograma e critérios por escrito.”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30352" y="6848856"/>
            <a:ext cx="6501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SAIA DA REUNIÃO SEM — OS 12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" y="7040880"/>
            <a:ext cx="6501384" cy="1572768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7104888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UM caso escolhido (demais → fila)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899916" y="7104888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Onde está escrito como fazer certo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94944" y="7351776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Processo + gatilho + ritmo (hora × lote)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3899916" y="7351776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Sistemas com nome (nuvem × local)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694944" y="7598664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Baseline em número + onde é medido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3899916" y="7598664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Formato real visto + destino da saída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94944" y="7845552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meta que define GO, dita por eles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3899916" y="7845552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Amostra c/ gabarito + horas do especialista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694944" y="8092440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 erro inaceitável, nomeado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3899916" y="8092440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Usuário-chave + aprovador + ponto focal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94944" y="8339328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 que o estagiário erraria (tácito)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3899916" y="8339328"/>
            <a:ext cx="3113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Dados podem sair? IA em nuvem ok?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530352" y="8732520"/>
            <a:ext cx="6501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 — MUDAM A CONVERSA, NÃO MATAM A REUNIÃO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0352" y="8951976"/>
            <a:ext cx="6501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4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 acessível → protótipo começa capturando o dado · Sem número → 1ª semana mede o hoje · “Automatizar tudo” → “tudo começa por um. Qual?” · Conhecimento todo na cabeça de um → sessões de extração antes do desenho · Especialista sem tempo → cronograma é ficção; renegociar · Erro inaceitável em tudo → nasce com aprovação humana em tudo, e a autonomia cresce com a confiança medida · Dado preso + sem infra → desenho especial, sem prazo na hora.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530352" y="9738360"/>
            <a:ext cx="6501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dia: registro dos 7 blocos ao time — o que faltar vira pergunta ao ponto focal, não segunda reunião.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0352" y="10259568"/>
            <a:ext cx="6501384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10332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8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CARTÃO DE REUNIÃO · DESCOBERTA DO PROTÓTIPO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02936" y="10332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8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 DE 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2026-08-06T19:29:52Z</dcterms:created>
  <dcterms:modified xsi:type="dcterms:W3CDTF">2026-08-06T19:29:52Z</dcterms:modified>
</cp:coreProperties>
</file>