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77240" y="969264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6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CONSULTORIA DE INTELIGÊNCIA ARTIFICIAL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6537960" y="907085"/>
            <a:ext cx="0" cy="1020470"/>
          </a:xfrm>
          <a:prstGeom prst="line">
            <a:avLst/>
          </a:prstGeom>
          <a:noFill/>
          <a:ln w="17780">
            <a:solidFill>
              <a:srgbClr val="B8985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6537960" y="1105510"/>
            <a:ext cx="-311810" cy="-340157"/>
          </a:xfrm>
          <a:prstGeom prst="line">
            <a:avLst/>
          </a:prstGeom>
          <a:noFill/>
          <a:ln w="13970">
            <a:solidFill>
              <a:srgbClr val="B898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6537960" y="992124"/>
            <a:ext cx="340157" cy="-311810"/>
          </a:xfrm>
          <a:prstGeom prst="line">
            <a:avLst/>
          </a:prstGeom>
          <a:noFill/>
          <a:ln w="13970">
            <a:solidFill>
              <a:srgbClr val="B8985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537960" y="1247242"/>
            <a:ext cx="238110" cy="-255118"/>
          </a:xfrm>
          <a:prstGeom prst="line">
            <a:avLst/>
          </a:prstGeom>
          <a:noFill/>
          <a:ln w="11430">
            <a:solidFill>
              <a:srgbClr val="B8985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6537960" y="1179210"/>
            <a:ext cx="-192756" cy="-170078"/>
          </a:xfrm>
          <a:prstGeom prst="line">
            <a:avLst/>
          </a:prstGeom>
          <a:noFill/>
          <a:ln w="11430">
            <a:solidFill>
              <a:srgbClr val="B8985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37960" y="1729130"/>
            <a:ext cx="-351495" cy="283464"/>
          </a:xfrm>
          <a:prstGeom prst="line">
            <a:avLst/>
          </a:prstGeom>
          <a:noFill/>
          <a:ln w="13970">
            <a:solidFill>
              <a:srgbClr val="B898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37960" y="1814170"/>
            <a:ext cx="328818" cy="255118"/>
          </a:xfrm>
          <a:prstGeom prst="line">
            <a:avLst/>
          </a:prstGeom>
          <a:noFill/>
          <a:ln w="13970">
            <a:solidFill>
              <a:srgbClr val="B8985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615745"/>
            <a:ext cx="170078" cy="198425"/>
          </a:xfrm>
          <a:prstGeom prst="line">
            <a:avLst/>
          </a:prstGeom>
          <a:noFill/>
          <a:ln w="11430">
            <a:solidFill>
              <a:srgbClr val="B8985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37960" y="1672438"/>
            <a:ext cx="-158740" cy="187086"/>
          </a:xfrm>
          <a:prstGeom prst="line">
            <a:avLst/>
          </a:prstGeom>
          <a:noFill/>
          <a:ln w="11430">
            <a:solidFill>
              <a:srgbClr val="B8985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56071" y="1928470"/>
            <a:ext cx="96377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160020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Tornamos a sua empresa AI native.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777240" y="2971800"/>
            <a:ext cx="60076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Construímos as soluções que melhoram o dia a dia da operação, formamos as pessoas para trabalhar com IA — e provamos o que mudou, com número combinado antes e medido depois.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77240" y="3840480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005072"/>
            <a:ext cx="6007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2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JORNADA, EM SETE PASSOS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7724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325880" y="4343400"/>
            <a:ext cx="5458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primeira conversa  —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minutos — e o Mapa de Vazamento gratuito, com uma estimativa em reais do que pode estar vazando.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1325880" y="4837176"/>
            <a:ext cx="545896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48554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325880" y="4910328"/>
            <a:ext cx="5458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Assessment  —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mergulho em 25 dimensões, do conselho à linha de frente. Sai um portfólio ranqueado e quantificado.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325880" y="5404104"/>
            <a:ext cx="545896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422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1325880" y="5477256"/>
            <a:ext cx="5458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Protótipo de caso de uso  —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com os seus dados reais. A diretoria decide GO ou NO-GO com números na mesa.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1325880" y="5971032"/>
            <a:ext cx="545896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5989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1325880" y="6044184"/>
            <a:ext cx="5458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Construção e implantação  —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Agentes sob medida, em produção, com aprovação humana em tudo que é crítico.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325880" y="6537960"/>
            <a:ext cx="545896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" y="6556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1325880" y="6611112"/>
            <a:ext cx="5458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Treinamento + ABBA Portal  —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níveis: plataforma própria + presencial. Campeões internos carregam a transformação.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1325880" y="7104888"/>
            <a:ext cx="545896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7240" y="7123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1325880" y="7178040"/>
            <a:ext cx="5458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Sistemas gerenciados  —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 com presença: ritual semanal de 20 minutos e o diário decisão → resultado medido.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1325880" y="7671816"/>
            <a:ext cx="545896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77240" y="7690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100" dirty="0"/>
          </a:p>
        </p:txBody>
      </p:sp>
      <p:sp>
        <p:nvSpPr>
          <p:cNvPr id="37" name="Text 35"/>
          <p:cNvSpPr/>
          <p:nvPr/>
        </p:nvSpPr>
        <p:spPr>
          <a:xfrm>
            <a:off x="1325880" y="7744968"/>
            <a:ext cx="5458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Conselheiro de IA  —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cadeira de estrategista do seu lado da mesa — também para quem já tem IA rodando.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777240" y="8458200"/>
            <a:ext cx="6007608" cy="914400"/>
          </a:xfrm>
          <a:prstGeom prst="rect">
            <a:avLst/>
          </a:prstGeom>
          <a:solidFill>
            <a:srgbClr val="F7F4EE"/>
          </a:solidFill>
          <a:ln/>
        </p:spPr>
      </p:sp>
      <p:sp>
        <p:nvSpPr>
          <p:cNvPr id="39" name="Text 37"/>
          <p:cNvSpPr/>
          <p:nvPr/>
        </p:nvSpPr>
        <p:spPr>
          <a:xfrm>
            <a:off x="1051560" y="8577072"/>
            <a:ext cx="5458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mentalidade que instalamos em cada colaborador: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051560" y="8814816"/>
            <a:ext cx="5458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eu posso parar de fazer, porque a IA agora faz? · O que posso começar a fazer, porque a IA agora permite? · O que só eu faço — e devo fazer ainda melhor?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77240" y="9509760"/>
            <a:ext cx="6007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PARCEIROS OFICIAIS   </a:t>
            </a:r>
            <a:pPr indent="0" marL="0">
              <a:buNone/>
            </a:pPr>
            <a:r>
              <a:rPr lang="en-US" sz="95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 CrewAI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777240" y="9765792"/>
            <a:ext cx="6007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primeiro passo não custa nada: o seu Mapa de Vazamento, em 48 horas.  ·  comercial@abbaservices.com.br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777240" y="10195560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7240" y="1027785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— CONSULTORIA DE INTELIGÊNCIA ARTIFICIAL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4773168" y="1027785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ABBASERVICES.COM.BR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2026-08-05T18:02:34Z</dcterms:created>
  <dcterms:modified xsi:type="dcterms:W3CDTF">2026-08-05T18:02:34Z</dcterms:modified>
</cp:coreProperties>
</file>