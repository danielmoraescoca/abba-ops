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21440" cy="6217920"/>
          </a:xfrm>
          <a:prstGeom prst="rect">
            <a:avLst/>
          </a:prstGeom>
          <a:ln w="25400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1247120" cy="5943600"/>
          </a:xfrm>
          <a:prstGeom prst="rect">
            <a:avLst/>
          </a:prstGeom>
          <a:ln w="9525">
            <a:solidFill>
              <a:srgbClr val="C2A35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777240"/>
            <a:ext cx="1097280" cy="12070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2514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Conclusão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3383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{{NOME DO PARTICIPANTE}}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16052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concluiu o programa de capacitação em Inteligência Artificial da ABBA — {{fase/trilha}}, na {{NOME_DA_EMPRESA}} — demonstrando domínio prático das três perguntas: o que parar, o que começar e o que ainda é essencialmente humano.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63040" y="5074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{{Cidade}}, {{data}} · Verificação: ABBA-CERT-{{ANO}}-{{NUM}}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108960" y="5806440"/>
            <a:ext cx="23774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0" y="5806440"/>
            <a:ext cx="23774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08960" y="5870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A}} · ABBA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675120" y="5870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B}} · ABBA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21440" cy="6217920"/>
          </a:xfrm>
          <a:prstGeom prst="rect">
            <a:avLst/>
          </a:prstGeom>
          <a:ln w="25400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1247120" cy="5943600"/>
          </a:xfrm>
          <a:prstGeom prst="rect">
            <a:avLst/>
          </a:prstGeom>
          <a:ln w="9525">
            <a:solidFill>
              <a:srgbClr val="C2A35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777240"/>
            <a:ext cx="1097280" cy="12070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2514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Certificação de Campeão ABBA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3383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{{NOME DO PARTICIPANTE}}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16052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graduou-se Campeão de IA da {{NOME_DA_EMPRESA}}: completou a trilha integral, construiu soluções próprias e assume o papel de multiplicador — com licença CrewAI de 12 meses concedida pela ABBA.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63040" y="5074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{{Cidade}}, {{data}} · Verificação: ABBA-CERT-{{ANO}}-{{NUM}}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108960" y="5806440"/>
            <a:ext cx="23774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0" y="5806440"/>
            <a:ext cx="23774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08960" y="5870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A}} · ABBA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675120" y="5870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B}} · ABBA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2026-07-23T16:33:50Z</dcterms:created>
  <dcterms:modified xsi:type="dcterms:W3CDTF">2026-07-23T16:33:50Z</dcterms:modified>
</cp:coreProperties>
</file>