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6007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e ficamos ao seu lado acompanhando, mês a mês, os resultados de cada solução.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384048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00507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JORNADA, EM SETE PASSOS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25880" y="434340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e uma análise gratuita da sua empresa, feita na hora, com uma estimativa em reais do que pode estar vazando.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25880" y="483717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5880" y="491032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profundo na sua empresa, do conselho à linha de frente. Sai um portfólio ranqueado e quantificado.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5404104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25880" y="547725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os seus dados reais. A diretoria decide GO ou NO-GO com números na mesa.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325880" y="5971032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989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5880" y="6044184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sob medida: arquitetura, integrações e agentes de IA em produção, com aprovação humana no que é crítico.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6537960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6556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25880" y="6611112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níveis: plataforma própria + presencial. Campeões internos carregam a transformação.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25880" y="7104888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7123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25880" y="717804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ritual semanal de 20 minutos e o diário decisão → resultado medido.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767181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7690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25880" y="774496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IA.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do seu lado da mesa, também para quem já tem IA rodando.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8458200"/>
            <a:ext cx="6007608" cy="9144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8577072"/>
            <a:ext cx="5458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881481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 · O que posso começar a fazer, porque a IA agora permite? · O que só eu faço, e devo fazer ainda melhor?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95280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</a:t>
            </a:r>
            <a:endParaRPr lang="en-US" sz="750" dirty="0"/>
          </a:p>
        </p:txBody>
      </p:sp>
      <p:pic>
        <p:nvPicPr>
          <p:cNvPr id="32" name="Image 0" descr="/tmp/claude-0/-home-user/3b340934-06d1-5f26-b467-4c811e620256/scratchpad/onepager/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9482328"/>
            <a:ext cx="932688" cy="201168"/>
          </a:xfrm>
          <a:prstGeom prst="rect">
            <a:avLst/>
          </a:prstGeom>
        </p:spPr>
      </p:pic>
      <p:pic>
        <p:nvPicPr>
          <p:cNvPr id="33" name="Image 1" descr="/tmp/claude-0/-home-user/3b340934-06d1-5f26-b467-4c811e620256/scratchpad/onepager/crewai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9482328"/>
            <a:ext cx="667512" cy="201168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777240" y="9765792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a sua análise gratuita, feita em cinco minutos.  ·  contato@abbaservices.com.br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INTELIGÊNCIA ARTIFICIAL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2026-08-11T13:14:21Z</dcterms:created>
  <dcterms:modified xsi:type="dcterms:W3CDTF">2026-08-11T13:14:21Z</dcterms:modified>
</cp:coreProperties>
</file>