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96926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6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CONSULTORIA DE INTELIGÊNCIA ARTIFICIAL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Tornamos a sua empresa AI native.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3703320"/>
            <a:ext cx="6007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SOMOS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4023360"/>
            <a:ext cx="6007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ABBA é uma consultoria de inteligência artificial. Entramos na sua empresa para entendê-la a fundo, construímos as soluções certas para o seu fluxo de trabalho, validamos cada uma com dados reais antes de qualquer investimento pesado, formamos as suas pessoas — e ficamos ao seu lado acompanhando, mês a mês, o que mudou.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5029200"/>
            <a:ext cx="6007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trabalho acontece em duas frentes ao mesmo tempo. Nos processos: construímos e implantamos agentes de IA que tornam a operação mais eficiente, mais rápida e mais poderosa. E nas pessoas: formamos cada nível da equipe para trabalhar com IA e enxergar o próprio trabalho de um jeito novo.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6263640"/>
            <a:ext cx="6007608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6537960"/>
            <a:ext cx="6007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NOSSO PROCESSO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6903720"/>
            <a:ext cx="6007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i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Começa na diretoria e se estende, como raízes,</a:t>
            </a: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900" i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toda a empresa — até alcançar cada pessoa,</a:t>
            </a: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900" i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cada processo, todos os dias.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77240" y="8503920"/>
            <a:ext cx="6007608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8778240"/>
            <a:ext cx="6007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próximas páginas, o caminho completo — da primeira conversa à cadeira de estrategista na sua diretoria: o que fazemos em cada etapa, por quê, e como.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10195560"/>
            <a:ext cx="6007608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1027785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773168" y="102778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1 DE 3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6007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JORNADA · PRIMEIRA PARTE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932688"/>
            <a:ext cx="6007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primeiro café aos sistemas rodando.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77240" y="1426464"/>
            <a:ext cx="6007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etapa entrega algo inteiro sozinha — e produz o insumo da próxima.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22376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54480" y="1965960"/>
            <a:ext cx="5230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primeira conversa — e o Mapa de Vazamento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554480" y="2331720"/>
            <a:ext cx="5230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750" b="1" spc="20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QUÊ   </a:t>
            </a:r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minutos de conversa — e nós já chegamos com uma análise da sua empresa feita, com informação pública, incluindo uma estimativa em reais do que pode estar vazando na operação.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554480" y="2871216"/>
            <a:ext cx="5230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750" b="1" spc="20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   </a:t>
            </a:r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deveria pagar para descobrir se faz sentido. E conversa boa começa com um número na mesa, não com promessa.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554480" y="3273552"/>
            <a:ext cx="5230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750" b="1" spc="20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  </a:t>
            </a:r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recebe o documento em 48 horas, sem custo e sem compromisso. Se fizer sentido, seguimos.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77240" y="3730752"/>
            <a:ext cx="6007608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" y="3840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554480" y="3931920"/>
            <a:ext cx="5230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— o mergulho profundo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554480" y="4297680"/>
            <a:ext cx="5230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750" b="1" spc="20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QUÊ   </a:t>
            </a:r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Entramos na empresa e fazemos um mergulho profundo, do conselho à linha de frente: como o trabalho realmente flui, onde quebra, onde vaza valor, quem decide o quê.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554480" y="4837176"/>
            <a:ext cx="5230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750" b="1" spc="20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   </a:t>
            </a:r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genérica falha. O que funciona nasce de entender o seu negócio — e não é o que a empresa acha que precisa: é o que o mergulho revela.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554480" y="5239512"/>
            <a:ext cx="5230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750" b="1" spc="20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  </a:t>
            </a:r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 em todos os níveis, com nossa ferramenta própria de análise. Você sai com um portfólio de oportunidades ranqueado e quantificado — não uma lista de ideias.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77240" y="5833872"/>
            <a:ext cx="6007608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" y="5943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554480" y="6035040"/>
            <a:ext cx="5230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Protótipo de caso de uso — a prova antes do investimento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554480" y="6656832"/>
            <a:ext cx="5230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750" b="1" spc="20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QUÊ   </a:t>
            </a:r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construir de verdade, escolhemos o caso de uso mais promissor e construímos um protótipo com os seus dados reais.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554480" y="7059168"/>
            <a:ext cx="5230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750" b="1" spc="20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   </a:t>
            </a:r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investe no escuro. O protótipo é a prova antes do compromisso — e mata no papel a ideia que não fica de pé.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554480" y="7461504"/>
            <a:ext cx="5230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750" b="1" spc="20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  </a:t>
            </a:r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sua diretoria decide GO ou NO-GO com números na mesa. NO-GO também é resultado: custou pouco e evitou um investimento errado.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77240" y="7918704"/>
            <a:ext cx="6007608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" y="802843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1554480" y="8119872"/>
            <a:ext cx="5230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Construção e implantação — os sistemas no seu fluxo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554480" y="8741664"/>
            <a:ext cx="5230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750" b="1" spc="20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QUÊ   </a:t>
            </a:r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Construímos os agentes de IA sob medida e colocamos em produção, dentro do fluxo de trabalho real da sua equipe.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554480" y="9144000"/>
            <a:ext cx="5230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750" b="1" spc="20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   </a:t>
            </a:r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na gaveta não muda empresa. Sistema rodando muda — deixa a operação mais eficiente, mais rápida e mais poderosa.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554480" y="9546336"/>
            <a:ext cx="5230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750" b="1" spc="20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  </a:t>
            </a:r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tecnologia dos nossos parceiros e pontos de aprovação humana em tudo que é crítico: a IA executa, gente da sua confiança valida.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77240" y="10195560"/>
            <a:ext cx="6007608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1027785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773168" y="102778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2 DE 3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6007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JORNADA · SEGUNDA PARTE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932688"/>
            <a:ext cx="6007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pessoas, a operação e a cadeira.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77240" y="1426464"/>
            <a:ext cx="6007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Porque de nada adiantam sistemas novos com a empresa pensando do jeito antigo.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22376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54480" y="1874520"/>
            <a:ext cx="5230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Treinamento + ABBA Portal — a mentalidade nova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554480" y="2240280"/>
            <a:ext cx="5230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750" b="1" spc="20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QUÊ   </a:t>
            </a:r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Formamos todos os níveis da equipe — na nossa plataforma própria (trilhas por nível, desafios práticos, um coach de IA disponível o tempo todo, credencial verificável ao graduar) e em sessões presenciais nos marcos do programa.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554480" y="2953512"/>
            <a:ext cx="5230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750" b="1" spc="20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   </a:t>
            </a:r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aqui que a árvore toca cada funcionário. O objetivo não é ensinar ferramenta — é instalar, em cada pessoa, três perguntas que mudam o jeito de olhar o próprio trabalho: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554480" y="3465576"/>
            <a:ext cx="5230368" cy="932688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0" y="3584448"/>
            <a:ext cx="4681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eu posso parar de fazer — porque a IA agora faz?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eu posso começar a fazer — porque a IA agora permite?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só eu faço — e devo fazer ainda melhor?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554480" y="4526280"/>
            <a:ext cx="5230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750" b="1" spc="20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  </a:t>
            </a:r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Campeões internos formados carregam a transformação depois que saímos da sala. Quando a organização inteira pensa assim, a mudança deixa de depender de consultor — e a capacidade fica com vocês.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777240" y="5056632"/>
            <a:ext cx="6007608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" y="518464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54480" y="5276088"/>
            <a:ext cx="5230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gerenciados — a operação com presença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554480" y="5641848"/>
            <a:ext cx="5230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750" b="1" spc="20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QUÊ   </a:t>
            </a:r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Operamos o que construímos: monitoramento, evolução contínua e um ritual semanal de 20 minutos com quem decide.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554480" y="6044184"/>
            <a:ext cx="5230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750" b="1" spc="20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   </a:t>
            </a:r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sem dono definha. E a diretoria precisa ver o retorno — não sentir que ele existe.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554480" y="6446520"/>
            <a:ext cx="5230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750" b="1" spc="20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  </a:t>
            </a:r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decisão entra num diário: métrica combinada antes, resultado medido depois. A prova, mês a mês, do que a IA está devolvendo.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777240" y="6903720"/>
            <a:ext cx="6007608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" y="701344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1554480" y="7104888"/>
            <a:ext cx="5230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Conselheiro de IA — do seu lado da mesa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554480" y="7470648"/>
            <a:ext cx="5230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750" b="1" spc="20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QUÊ   </a:t>
            </a:r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estrategista de IA presente na sua diretoria: roadmap vivo, governança, e análise independente de qualquer proposta de fornecedor que chegar.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554480" y="7872984"/>
            <a:ext cx="5230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750" b="1" spc="20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   </a:t>
            </a:r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fornecedor de IA tem um vendedor. A sua mesa merece alguém do seu lado quando a fatura chega.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554480" y="8275320"/>
            <a:ext cx="5230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750" b="1" spc="20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  </a:t>
            </a:r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recorrente na diretoria, com cada recomendação registrada. Também para quem já tem IA rodando — não precisa do programa para ter a cadeira.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77240" y="8933688"/>
            <a:ext cx="6007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750" b="1" spc="20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PARCEIROS OFICIAIS  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 CrewAI — durante a capacitação, sua equipe usa ferramentas dos nossos parceiros para construir as próprias soluções.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77240" y="9299448"/>
            <a:ext cx="6007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uma firma nova, e não inventamos histórico: o que mostramos é o método e o registro — mais do que a maioria consegue mostrar depois de dez clientes.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" y="9710928"/>
            <a:ext cx="6007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história começa com uma conversa de 45 minutos —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com o seu Mapa de Vazamento, gratuito, em 48 horas.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77240" y="10195560"/>
            <a:ext cx="6007608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102778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IA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858768" y="1027785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4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CONTATO@ABBASERVICES.COM.BR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2026-08-05T18:12:10Z</dcterms:created>
  <dcterms:modified xsi:type="dcterms:W3CDTF">2026-08-05T18:12:10Z</dcterms:modified>
</cp:coreProperties>
</file>