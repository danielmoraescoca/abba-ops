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CONSULTORIA DE IA · NUM MINUTO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Tornamos a sua empresa AI native. E provamos, com número.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011680" cy="0"/>
          </a:xfrm>
          <a:prstGeom prst="line">
            <a:avLst/>
          </a:prstGeom>
          <a:noFill/>
          <a:ln w="19050">
            <a:solidFill>
              <a:srgbClr val="C2A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dez empresas que decidiram usar IA este ano, mais de oito não vão conseguir mostrar um número no fim (RAND: mais de 80% falham, o dobro dos projetos comuns de tecnologia). Não é falta de tecnologia: é a IA entrando pela ponta, na mão de uma pessoa, em vez de entrar pela veia, dentro do processo. Nós fazemos a IA rodar dentro do processo que dói, com o número que define sucesso combinado por escrito antes, medido de fora depois.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3270504" cy="0"/>
          </a:xfrm>
          <a:prstGeom prst="line">
            <a:avLst/>
          </a:prstGeom>
          <a:noFill/>
          <a:ln w="15240">
            <a:solidFill>
              <a:srgbClr val="C2A3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74720"/>
            <a:ext cx="3270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 MAPA DE VAZAMENTO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813048"/>
            <a:ext cx="32705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Grátis, feito de fora, com um número em reais dentro: onde estimamos que a sua operação está vazando dinheiro. É por aqui que toda conversa começa.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59224" y="3337560"/>
            <a:ext cx="3270504" cy="0"/>
          </a:xfrm>
          <a:prstGeom prst="line">
            <a:avLst/>
          </a:prstGeom>
          <a:noFill/>
          <a:ln w="15240">
            <a:solidFill>
              <a:srgbClr val="C2A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9224" y="3474720"/>
            <a:ext cx="3270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 PROGRAMA · UM ANO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59224" y="3813048"/>
            <a:ext cx="32705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fases: a Prova (um caso construído e medido em seis semanas), a Construção (sistemas em produção e a sua equipe formada) e a Durabilidade (a capacidade rodando sem consultor no meio). Porta de saída limpa em cada fase.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5488" y="3337560"/>
            <a:ext cx="3270504" cy="0"/>
          </a:xfrm>
          <a:prstGeom prst="line">
            <a:avLst/>
          </a:prstGeom>
          <a:noFill/>
          <a:ln w="15240">
            <a:solidFill>
              <a:srgbClr val="C2A3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5488" y="3474720"/>
            <a:ext cx="3270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DEPOIS DO PRIMEIRO ANO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95488" y="3813048"/>
            <a:ext cx="32705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vira medição anual: operação acompanhada, conselho trimestral e o Exame Anual de IA, a maturidade re-medida e comparada ano contra ano. Quem já tem IA rodando entra pelo Conselheiro de 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62356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779008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instalamos fica com você: os sistemas, as pessoas formadas e o registro do que foi decidido e medido.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ABBA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ABBA Consultoria de IA</dc:creator>
  <cp:lastModifiedBy>ABBA Consultoria de IA</cp:lastModifiedBy>
  <cp:revision>1</cp:revision>
  <dcterms:created xsi:type="dcterms:W3CDTF">2026-09-01T14:01:35Z</dcterms:created>
  <dcterms:modified xsi:type="dcterms:W3CDTF">2026-09-01T14:01:35Z</dcterms:modified>
</cp:coreProperties>
</file>