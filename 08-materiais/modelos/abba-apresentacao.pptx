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CONSULTORIA DE 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32688"/>
            <a:ext cx="1054303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Tornamos a sua empresa AI native.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1993392"/>
            <a:ext cx="2011680" cy="0"/>
          </a:xfrm>
          <a:prstGeom prst="line">
            <a:avLst/>
          </a:prstGeom>
          <a:noFill/>
          <a:ln w="19050">
            <a:solidFill>
              <a:srgbClr val="C2A3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40280"/>
            <a:ext cx="1054303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150"/>
              </a:lnSpc>
              <a:buNone/>
            </a:pPr>
            <a:r>
              <a:rPr lang="en-US" sz="14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ABBA é uma consultoria de inteligência artificial. Entramos na sua empresa para entendê-la a fundo, construímos as soluções certas para o seu fluxo de trabalho, validamos cada uma com dados reais antes de qualquer investimento pesado, formamos as suas pessoas e ficamos ao seu lado acompanhando, mês a mês, o que mudou. O trabalho acontece em duas frentes ao mesmo tempo: nos processos, com sistemas inteligentes implantados dentro do fluxo real, e nas pessoas, formadas para enxergar o próprio trabalho de um jeito novo.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794760"/>
            <a:ext cx="105430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assim? De cada dez empresas que decidiram usar IA este ano, mais de oito não vão conseguir mostrar um número no fim (RAND: mais de 80% dos projetos falham, o dobro dos projetos comuns de tecnologia, e a causa número um é começar sem combinar o que seria dar certo). Não é falta de tecnologia: é a IA entrando pela ponta, na mão de uma pessoa, em vez de entrar pela veia, dentro do processo. Por isso cada caso nosso nasce com a métrica combinada por escrito, e termina medido por terceiro. No fim, a diretoria tem prova, não impressão.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" y="525780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413248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NOSSAS RAÍZES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5724144"/>
            <a:ext cx="1054303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00" i="1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Verdade dita mesmo quando custa, número antes de opinião, e o compromisso de terminar com a sua empresa mais capaz, não mais dependente. O que instalamos fica com você: os sistemas, as pessoas formadas e o registro de tudo o que foi decidido e medido.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PROGRAMA · ANO 1 · PRIMEIRA PARTE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22960"/>
            <a:ext cx="105430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primeira conversa aos sistemas rodando.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822960" y="1463040"/>
            <a:ext cx="105430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começa com o Mapa de Vazamento, gratuito: feito de fora, com uma estimativa em reais do que pode estar vazando na operação. Depois dele, o Programa percorre três fases em um ano. Cada etapa entrega algo inteiro sozinha e produz o insumo da próxima.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49971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· A PROVA · SEIS SEMANAS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22960" y="2487168"/>
            <a:ext cx="4997196" cy="0"/>
          </a:xfrm>
          <a:prstGeom prst="line">
            <a:avLst/>
          </a:prstGeom>
          <a:noFill/>
          <a:ln w="13970">
            <a:solidFill>
              <a:srgbClr val="C2A3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87752"/>
            <a:ext cx="49971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ASSESSMENT · O MERGULHO PROFUNDO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2889504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737360" y="2862072"/>
            <a:ext cx="408279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conselho à linha de frente: como o trabalho realmente flui, onde quebra, onde vaza valor, quem decide o quê.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3438144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737360" y="3410712"/>
            <a:ext cx="40827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genérica falha. O que funciona nasce de entender o seu negócio.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22960" y="3858768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FICA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737360" y="3831336"/>
            <a:ext cx="408279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Portfólio de oportunidades ranqueado e quantificado, relatório de maturidade e plano diretor. Não uma lista de ideias.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2960" y="4517136"/>
            <a:ext cx="4997196" cy="0"/>
          </a:xfrm>
          <a:prstGeom prst="line">
            <a:avLst/>
          </a:prstGeom>
          <a:noFill/>
          <a:ln w="13970">
            <a:solidFill>
              <a:srgbClr val="C2A35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617720"/>
            <a:ext cx="49971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PROTÓTIPO · A PROVA ANTES DO INVESTIMENTO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2960" y="4919472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737360" y="4892040"/>
            <a:ext cx="40827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caso mais promissor, construído com os seus dados reais, contra critérios combinados por escrito antes.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2960" y="5449824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737360" y="5422392"/>
            <a:ext cx="408279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investe no escuro. A diretoria decide GO ou NO-GO com números na mesa; NO-GO também é resultado.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68796" y="2148840"/>
            <a:ext cx="49971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A CONSTRUÇÃO · MESES 2 A 6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368796" y="2487168"/>
            <a:ext cx="4997196" cy="0"/>
          </a:xfrm>
          <a:prstGeom prst="line">
            <a:avLst/>
          </a:prstGeom>
          <a:noFill/>
          <a:ln w="13970">
            <a:solidFill>
              <a:srgbClr val="C2A35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68796" y="2587752"/>
            <a:ext cx="49971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CONSTRUÇÃO E IMPLANTAÇÃO · A ENGENHARIA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368796" y="2889504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283196" y="2862072"/>
            <a:ext cx="40827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Arquitetura, integrações e agentes de IA sob medida, em produção no fluxo real da sua equipe.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368796" y="3419856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283196" y="3392424"/>
            <a:ext cx="40827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na gaveta não muda empresa. Sistema rodando muda.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368796" y="3840480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283196" y="3813048"/>
            <a:ext cx="408279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humana em tudo que é crítico: a IA executa, gente da sua confiança valida. Testes de aceite antes do trabalho real.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368796" y="4498848"/>
            <a:ext cx="4997196" cy="0"/>
          </a:xfrm>
          <a:prstGeom prst="line">
            <a:avLst/>
          </a:prstGeom>
          <a:noFill/>
          <a:ln w="13970">
            <a:solidFill>
              <a:srgbClr val="C2A35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68796" y="4599432"/>
            <a:ext cx="49971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 + ABBA PORTAL · A MENTALIDADE NOVA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68796" y="4901184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283196" y="4873752"/>
            <a:ext cx="40827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níveis, em plataforma própria e sessões presenciais, com fluência medida em 30, 60 e 90 dias.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368796" y="5431536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283196" y="5404104"/>
            <a:ext cx="408279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objetivo não é ensinar ferramenta: é instalar as três perguntas (parar · começar · só eu) em cada pessoa.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22960" y="6053328"/>
            <a:ext cx="105430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Portão da Prova: ao término da fase 1, a decisão de continuar é integralmente sua. Se o resultado medido não confirmar o critério combinado, o Programa se encerra ali, sem multa e com os entregáveis em suas mãos.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PROGRAMA · SEGUNDA PARTE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22960"/>
            <a:ext cx="105430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operação com presença, e a medição que não para.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822960" y="1554480"/>
            <a:ext cx="4997196" cy="0"/>
          </a:xfrm>
          <a:prstGeom prst="line">
            <a:avLst/>
          </a:prstGeom>
          <a:noFill/>
          <a:ln w="13970">
            <a:solidFill>
              <a:srgbClr val="C2A3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55064"/>
            <a:ext cx="49971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 · SISTEMAS GERENCIADOS · MESES 7 A 12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1956816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737360" y="1929384"/>
            <a:ext cx="408279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Operamos o que construímos: monitoramento, evolução contínua e um ritual semanal de 20 minutos com quem decide.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2505456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737360" y="2478024"/>
            <a:ext cx="40827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sem dono definha. E a diretoria precisa ver o retorno, não sentir que ele existe.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2944368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737360" y="2916936"/>
            <a:ext cx="408279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decisão entra num diário: métrica combinada antes, resultado medido depois. Relatório mensal de projetado versus realizado, sempre.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68796" y="1554480"/>
            <a:ext cx="4997196" cy="0"/>
          </a:xfrm>
          <a:prstGeom prst="line">
            <a:avLst/>
          </a:prstGeom>
          <a:noFill/>
          <a:ln w="13970">
            <a:solidFill>
              <a:srgbClr val="C2A3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68796" y="1655064"/>
            <a:ext cx="49971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 EM DIANTE · A ASSINATURA DA CAPACIDADE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368796" y="1956816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283196" y="1929384"/>
            <a:ext cx="408279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 sob SLA, conselho trimestral e o Exame Anual de IA: a maturidade re-medida e comparada ano contra ano.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368796" y="2505456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283196" y="2478024"/>
            <a:ext cx="408279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série histórica que nasce daí só existe aqui e vale mais a cada ano. É dela que sai a fila de oportunidades do ano seguinte.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68796" y="3054096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283196" y="3026664"/>
            <a:ext cx="40827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Renovação anual com saída limpa: tudo o que construímos é seu, e o dado é exportável.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22960" y="397764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" y="4160520"/>
            <a:ext cx="10543032" cy="0"/>
          </a:xfrm>
          <a:prstGeom prst="line">
            <a:avLst/>
          </a:prstGeom>
          <a:noFill/>
          <a:ln w="13970">
            <a:solidFill>
              <a:srgbClr val="C2A35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4261104"/>
            <a:ext cx="105430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JÁ TEM IA RODANDO? O CONSELHEIRO DE IA · DO SEU LADO DA MESA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22960" y="4562856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737360" y="4535424"/>
            <a:ext cx="96286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estrategista de IA presente na sua diretoria: roadmap vivo, governança, e análise independente de qualquer proposta de fornecedor que chegar, com parecer por escrito.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2960" y="4983480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737360" y="4956048"/>
            <a:ext cx="96286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fornecedor de IA tem um vendedor. A sua mesa merece alguém do seu lado quando a fatura chega. E cada recomendação entra no registro com o número que dirá, depois, se deu certo.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2960" y="5404104"/>
            <a:ext cx="868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PORTAS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737360" y="5376672"/>
            <a:ext cx="96286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fim do Programa, a cadeira dá continuidade ao que foi construído. E para quem já tem IA rodando, a porta é direta: não precisa do Programa para ter a cadeira.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960" y="562356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576072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PARCEIROS OFICIAIS</a:t>
            </a:r>
            <a:endParaRPr lang="en-US" sz="950" dirty="0"/>
          </a:p>
        </p:txBody>
      </p:sp>
      <p:pic>
        <p:nvPicPr>
          <p:cNvPr id="31" name="Image 0" descr="/home/user/abba-ops/08-materiais/assets/marca/logo-microso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053328"/>
            <a:ext cx="1106424" cy="237744"/>
          </a:xfrm>
          <a:prstGeom prst="rect">
            <a:avLst/>
          </a:prstGeom>
        </p:spPr>
      </p:pic>
      <p:pic>
        <p:nvPicPr>
          <p:cNvPr id="32" name="Image 1" descr="/home/user/abba-ops/08-materiais/assets/marca/logo-crewa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6016752"/>
            <a:ext cx="1024128" cy="310896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3749040" y="6016752"/>
            <a:ext cx="7616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história começa com uma conversa de 45 minutos, e com o seu Mapa de Vazamento, gratuito.</a:t>
            </a:r>
            <a:endParaRPr lang="en-US" sz="1200" dirty="0"/>
          </a:p>
        </p:txBody>
      </p:sp>
      <p:sp>
        <p:nvSpPr>
          <p:cNvPr id="34" name="Text 30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ABBA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ABBA Consultoria de IA</dc:creator>
  <cp:lastModifiedBy>ABBA Consultoria de IA</cp:lastModifiedBy>
  <cp:revision>1</cp:revision>
  <dcterms:created xsi:type="dcterms:W3CDTF">2026-09-01T14:22:12Z</dcterms:created>
  <dcterms:modified xsi:type="dcterms:W3CDTF">2026-09-01T14:22:12Z</dcterms:modified>
</cp:coreProperties>
</file>