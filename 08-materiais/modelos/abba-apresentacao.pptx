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370332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inteligência artificial. Entramos na sua empresa para entendê-la a fundo, construímos as soluções certas para o seu fluxo de trabalho, validamos cada uma com dados reais antes de qualquer investimento pesado, formamos as suas pessoas e ficamos ao seu lado acompanhando, mês a mês, o que mudou.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138928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acontece em duas frentes ao mesmo tempo. Nos processos: projetamos e implantamos sistemas inteligentes, com arquitetura, integrações e agentes de IA trabalhando em conjunto, que tornam a operação mais eficiente, mais rápida e mais poderosa. E nas pessoas: formamos cada nível da equipe para trabalhar com IA e enxergar o próprio trabalho de um jeito novo.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626364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653796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NOSSO PROCESSO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6903720"/>
            <a:ext cx="6007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com quem decide e só termina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chega a quem executa. Uma empresa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muda por uma ponta só.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77240" y="85039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8778240"/>
            <a:ext cx="6007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próximas páginas, o caminho completo, da primeira conversa à cadeira de estrategista na sua diretoria: o que fazemos em cada etapa, por quê, e como.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INTELIGÊNCIA ARTIFICIAL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PRIMEIRA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50976"/>
            <a:ext cx="6007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primeira conversa aos sistemas rodando.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etapa entrega algo inteiro sozinha e produz o insumo da próxima.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8105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901952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conversa, com a análise gratuita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267712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de conversa e uma análise da sua empresa feita na hora, com informação pública, incluindo uma estimativa em reais do que pode estar vazando na operação.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80720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deveria pagar para descobrir se faz sentido. E conversa boa começa com um número na mesa, não com promessa.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554480" y="3209544"/>
            <a:ext cx="5230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pronta em menos de cinco minutos, durante a própria conversa, sem custo e sem compromisso. Se fizer sentido, seguimos.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373075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54480" y="39319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Assessment: o mergulho profundo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fazemos um mergulho profundo, do conselho à linha de frente: como o trabalho realmente flui, onde quebra, onde vaza valor, quem decide o quê.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54480" y="483717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negócio. E não é o que a empresa acha que precisa: é o que o mergulho revela.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554480" y="5239512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em todos os níveis, com nossa ferramenta própria de análise. Você sai com um portfólio de oportunidades ranqueado e quantificado, não uma lista de ideias.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77240" y="583387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5943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554480" y="6035040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uso: a prova antes do investimento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54480" y="665683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escolhemos o caso de uso mais promissor e construímos um protótipo com os seus dados reais.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554480" y="705916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O protótipo é a prova antes do compromisso e mata no papel a ideia que não fica de pé.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54480" y="746150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diretoria decide GO ou NO-GO com números na mesa. NO-GO também é resultado: custou pouco e evitou um investimento errado.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77240" y="7918704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" y="8028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554480" y="8119872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implantação: a engenharia da solução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54480" y="8741664"/>
            <a:ext cx="5230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Projetamos a arquitetura da solução, com dados, integrações e lógica de decisão, e construímos sistemas inteligentes sob medida, com agentes de IA inseridos onde fazem diferença, em produção no fluxo real da sua equipe.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54480" y="939088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muda: deixa a operação mais eficiente, mais rápida e mais poderosa.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554480" y="979322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tecnologia dos nossos parceiros e pontos de aprovação humana em tudo que é crítico: a IA executa, gente da sua confiança valida.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INTELIGÊNCIA ARTIFICIAL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SEGUNDA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pessoas, a operação e a cadeira.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de nada adiantam sistemas novos com a empresa pensando do jeito antigo.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Portal: a mentalidade nova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5230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na nossa plataforma própria (trilhas por nível, desafios práticos, um coach de IA disponível o tempo todo, credencial verificável ao graduar) e em sessões presenciais nos marcos do programa.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953512"/>
            <a:ext cx="5230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o programa chega a cada funcionário. O objetivo não é ensinar ferramenta. É instalar, em cada pessoa, três perguntas que mudam o jeito de olhar o próprio trabalho: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54480" y="3465576"/>
            <a:ext cx="5230368" cy="93268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584448"/>
            <a:ext cx="4681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fazer, porque a IA agora faz?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começar a fazer, porque a IA agora permite?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eu faço, e devo fazer ainda melhor?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554480" y="45262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carregam a transformação depois que saímos da sala. Quando a organização inteira pensa assim, a mudança deixa de depender de consultor, e a capacidade fica com vocês.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77240" y="505663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5184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54480" y="52760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gerenciados: a operação com presença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56418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54480" y="60441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retorno, não sentir que ele existe.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554480" y="64465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A prova, mês a mês, do que a IA está devolvendo.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77240" y="69037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70134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554480" y="71048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IA: do seu lado da mesa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54480" y="74706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554480" y="78729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54480" y="82753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 diretoria, com cada recomendação registrada. Também para quem já tem IA rodando: não precisa do programa para ter a cadeira.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77240" y="8933688"/>
            <a:ext cx="600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a capacitação, sua equipe usa ferramentas dos nossos parceiros para construir as próprias soluções.</a:t>
            </a:r>
            <a:endParaRPr lang="en-US" sz="750" dirty="0"/>
          </a:p>
        </p:txBody>
      </p:sp>
      <p:pic>
        <p:nvPicPr>
          <p:cNvPr id="25" name="Image 0" descr="/tmp/claude-0/-home-user/3b340934-06d1-5f26-b467-4c811e620256/scratchpad/onepager/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317736"/>
            <a:ext cx="1097280" cy="237744"/>
          </a:xfrm>
          <a:prstGeom prst="rect">
            <a:avLst/>
          </a:prstGeom>
        </p:spPr>
      </p:pic>
      <p:pic>
        <p:nvPicPr>
          <p:cNvPr id="26" name="Image 1" descr="/tmp/claude-0/-home-user/3b340934-06d1-5f26-b467-4c811e620256/scratchpad/onepager/crewai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9317736"/>
            <a:ext cx="78638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77240" y="9710928"/>
            <a:ext cx="6007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com a sua análise gratuita, feita em cinco minutos.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77240" y="10277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858768" y="102778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4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2026-08-11T13:14:21Z</dcterms:created>
  <dcterms:modified xsi:type="dcterms:W3CDTF">2026-08-11T13:14:21Z</dcterms:modified>
</cp:coreProperties>
</file>