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INTELIGÊNCIA ARTIFICIAL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389120"/>
            <a:ext cx="87142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Capacidade de IA construída em escala. E provada, como terceiro: número combinado antes, medido depois.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consultoria de inteligência artificial.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10543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sua empresa para entendê-la a fundo, construímos as soluções certas para o seu fluxo de trabalho, validamos cada uma com dados reais antes de qualquer investimento pesado, formamos as suas pessoas e ficamos ao seu lado acompanhando, mês a mês, o que mudou.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35204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74904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próximos minutos, o caminho completo, da primeira conversa à cadeira de estrategista na sua diretoria: o que fazemos em cada etapa, por quê, e como.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nosso processo começa com quem decide e só termina quando chega a quem executa. Uma empresa não muda por uma ponta só.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COISA QUE NINGUÉM FALA EM VOZ ALTA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cada dez empresas que decidiram usar IA este ano, mais de oito não vão conseguir mostrar um número no fim.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2960" y="320040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47472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não é por falta de tecnologia. Se entrarmos em dez empresas hoje e perguntarmos se usam inteligência artificial, dez dizem que sim. E estão falando a verdade: tem licença, tem gente usando, tem gente feliz. Só que quando se olha o resultado da empresa, não mudou nada.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10543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porque a IA não funciona. É porque ela entrou pelo lugar errado.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TRABALHO ACONTECE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frentes, ao mesmo tempo.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810512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Implantamos as nossas soluções dentro do fluxo de trabalho e dos processos da empresa, e nas pessoas que os vivem. As duas frentes andam juntas por desenho.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606040"/>
            <a:ext cx="4997196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PROCESSOS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49971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Projetamos e implantamos sistemas inteligentes: arquitetura, integrações e agentes de IA trabalhando em conjunto, que tornam a operação mais eficiente, mais rápida e mais poderosa.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68796" y="2606040"/>
            <a:ext cx="4997196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8796" y="2743200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PESSOAS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68796" y="3108960"/>
            <a:ext cx="49971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cada nível da equipe para trabalhar com IA e enxergar o próprio trabalho de um jeito novo, do conselho à linha de frente.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8463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07492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 diferença entre a IA na ponta e a IA na veia: na ponta, uma pessoa pede e recebe, e o ganho vai embora com ela. Na veia, dentro do processo e das pessoas, o ganho fica na empresa, mesmo quando as pessoas mudam. De nada adiantam sistemas novos com a empresa pensando do jeito antigo.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IMPRESSÃO NOSSA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medições independentes, dizendo a mesma coisa.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585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2240280"/>
            <a:ext cx="8897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80% dos projetos de IA falham. O dobro dos projetos comuns de tecnologia. E a causa número um não foi a qualidade do modelo: foi começar sem ninguém combinar o que seria dar certo.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4747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8444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3566160"/>
            <a:ext cx="8897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Programadores experientes ficaram 19% mais lentos usando IA, e saíram convencidos de que tinham ficado 20% mais rápidos. Ninguém sabe o próprio ganho sem medir de fora.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8006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91032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4892040"/>
            <a:ext cx="8897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amplifica o que já existe: time com base arrumada acelera, base bagunçada piora mais rápido. Arrumar a base não é atraso. É a condição do ganho.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TODA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Mapa de Vazamento: gratuito, feito de fora, com um número dentro.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810512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qualquer contrato, entregamos um mapa do que estimamos estar vazando na sua operação: onde, quanto por mês, e o que faríamos primeiro. Ninguém deveria pagar para descobrir se faz sentido. Se o número não convencer, a conversa termina ali, sem custo e sem compromisso.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mapa-de-vazamento--pagina-re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9996" y="2880360"/>
            <a:ext cx="3108960" cy="34198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programa, um ano, três fases. E três portas de saída.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810512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entrega algo inteiro sozinha e produz o insumo da próxima. A decisão do ano é tomada uma vez; o risco, fase a fase: cada uma termina num portão onde a decisão volta para a sua mão.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2608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 PROVA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semanas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27050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Assessment: o mergulho profundo, do conselho à linha de frente. E o protótipo do caso mais promissor, construído com os seus dados reais e medido contra o critério combinado por escrito.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59224" y="278892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9224" y="292608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CONSTRUÇÃO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59224" y="320040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2 a 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9224" y="3520440"/>
            <a:ext cx="327050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engenharia da solução: sistemas sob medida em produção, com aprovação humana no que é crítico. E o treinamento de todos os níveis, na nossa plataforma própria e em sessões presenciais.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95488" y="278892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5488" y="292608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A DURABILIDADE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95488" y="320040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7 a 12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95488" y="3520440"/>
            <a:ext cx="327050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operação com presença: monitoramento, evolução contínua, ritual semanal com quem decide e o relatório mensal de projetado versus realizado.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slides seguintes abrem cada fase: o que cada serviço faz, por quê, e o que fica com você.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 PROVA · POR DENTRO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mergulho que revela, e a prova antes do investimento.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5" name="Image 0" descr="/home/user/abba-ops/08-materiais/assets/fotos/assessment--relatorio-inter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2" y="1965960"/>
            <a:ext cx="2148840" cy="30358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217152" y="50292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do relatório de maturidade (modelo).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1965960"/>
            <a:ext cx="7936992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84832"/>
            <a:ext cx="7936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ASSESSMENT · O MERGULHO PROFUNDO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828800" y="2404872"/>
            <a:ext cx="6931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empresa e entendemos, do conselho à linha de frente, como o trabalho realmente flui: onde quebra, onde vaza valor, quem decide o quê. Entrevistas em todos os níveis, analisadas com a nossa ferramenta própria.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191256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828800" y="3172968"/>
            <a:ext cx="69311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genérica falha. O que separa o investimento certo do desperdício é entender onde, no seu fluxo, existe valor preso. O Assessment transforma opinião em portfólio priorizado, com número.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904488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FICA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828800" y="3886200"/>
            <a:ext cx="6931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relatório de maturidade, o portfólio de oportunidades ranqueado e quantificado, e o plano diretor: o que fazer, em que ordem, e por quê. Não uma lista de ideias.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22960" y="4718304"/>
            <a:ext cx="7936992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837176"/>
            <a:ext cx="7936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PROTÓTIPO DE CASO DE USO · A PROVA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5175504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1828800" y="5157216"/>
            <a:ext cx="693115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caso mais promissor do portfólio, construído com os seus dados reais e testado pelas pessoas que vão usá-lo, contra critérios de sucesso combinados por escrito antes da primeira linha de código.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22960" y="5907024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828800" y="5888736"/>
            <a:ext cx="6931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escuro: o investimento grande só acontece depois que o caso provou, com números, que merece. A diretoria decide GO ou NO-GO com números na mesa. E NO-GO também é resultado: custou pouco e evitou um investimento errado.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CONSTRUÇÃO · POR DENTRO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engenharia da solução, e a mentalidade nova.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10543032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84832"/>
            <a:ext cx="10543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E IMPLANTAÇÃO · A ENGENHARIA DA SOLUÇÃO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828800" y="2404872"/>
            <a:ext cx="95371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Projetamos a arquitetura: dados, integrações e lógica de decisão. E construímos sistemas inteligentes sob medida, com agentes de IA inseridos onde fazem diferença, em produção no fluxo real da sua equipe.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3008376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828800" y="2990088"/>
            <a:ext cx="95371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na gaveta não muda empresa. Sistema rodando muda. E engenharia importa: solução montada às pressas quebra no primeiro mês; a nossa é projetada para conviver com os seus sistemas e crescer com a operação.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593592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828800" y="3575304"/>
            <a:ext cx="95371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primeiro; aprovação humana em tudo que é crítico (a IA executa, gente da sua confiança valida); na sua infraestrutura ou em nuvem; testes de aceite antes de o sistema assumir o trabalho real.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4251960"/>
            <a:ext cx="10543032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70832"/>
            <a:ext cx="10543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+ ABBA PORTAL · A MENTALIDADE NOVA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70916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828800" y="4690872"/>
            <a:ext cx="95371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níveis da equipe, na nossa plataforma própria e em sessões presenciais: trilhas por papel, desafios aplicados no trabalho real, fluência medida em 30, 60 e 90 dias, campeões internos formados.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5276088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828800" y="5257800"/>
            <a:ext cx="95371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não é ensinar ferramenta: é instalar em cada pessoa as três perguntas que mudam o olhar sobre o próprio trabalho. O que posso parar de fazer? O que posso começar a fazer? O que só eu faço, e devo fazer ainda melhor?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PLATAFORMA PRÓPRIA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portal da turma, como o seu time vê.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810512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prática por dia, no trabalho real: o início com a prática do dia, e as aulas da formação. O avanço na trilha desbloqueia ferramentas novas, e a fluência é medida semanas depois: se o comportamento mudou de verdade, não se o vídeo foi assistido.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portal--inicio-a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2880360"/>
            <a:ext cx="5394960" cy="3044952"/>
          </a:xfrm>
          <a:prstGeom prst="rect">
            <a:avLst/>
          </a:prstGeom>
        </p:spPr>
      </p:pic>
      <p:pic>
        <p:nvPicPr>
          <p:cNvPr id="7" name="Image 1" descr="/home/user/abba-ops/08-materiais/assets/fotos/portal--aula-at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880360"/>
            <a:ext cx="5394960" cy="30449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A DURABILIDADE · POR DENTRO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operação com presença.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5" name="Image 0" descr="/home/user/abba-ops/08-materiais/assets/fotos/gerenciados--relatorio-mens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2" y="1965960"/>
            <a:ext cx="2148840" cy="30358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217152" y="50292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mensal real de operação (empresa preservada).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1965960"/>
            <a:ext cx="7936992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84832"/>
            <a:ext cx="7936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GERENCIADOS · A OPERAÇÃO COM PRESENÇA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828800" y="2404872"/>
            <a:ext cx="6931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construímos: monitoramento contínuo, correção e evolução dos sistemas em produção, e um ritual semanal de 20 minutos com quem decide.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035808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828800" y="3017520"/>
            <a:ext cx="69311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sem dono definha. E a diretoria precisa ver o retorno, não sentir que ele existe: a maioria das empresas que investe em IA não consegue dizer o que mudou, porque ninguém combinou antes o que seria mudança, nem mediu depois.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828800" y="3840480"/>
            <a:ext cx="6931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máquina o tempo todo, com prazos de resposta por severidade. Evolução dentro do combinado; o que exceder é cotado antes, nunca fatura-surpresa. E o relatório mensal: projetado versus realizado, sempre.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22960" y="4626864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FICA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828800" y="4608576"/>
            <a:ext cx="6931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diário de decisões: métrica combinada antes, resultado medido depois, assinado por gente. Incluindo o que não funcionou. É o registro que transforma a conversa de renovação em leitura de resultados, não em ato de fé.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91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PORTÃO DA PROVA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término da fase 1, a decisão de continuar é integralmente sua.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338328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65760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resultado medido não confirmar o critério combinado em contrato, o Programa se encerra ali: sem multa, sem renegociação, e com todos os entregáveis da fase em suas mãos. Os portões se repetem no mês seis e no mês doze. Nenhuma fase se inicia sem que a anterior tenha comprovado o seu resultado.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PRIMEIRO ANO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não termina: ela passa a ser medida todo ano.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810512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segundo ano em diante, a empresa opera sozinha e nós ficamos com o que não dá para fazer de dentro: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614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ACOMPANHADA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0" y="2743200"/>
            <a:ext cx="72511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SLA, presença semanal e relatório mensal de projetado versus realizado.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9044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CONSELHO TRIMESTRAL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0" y="3886200"/>
            <a:ext cx="72511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pauta de IA da diretoria, preparada e defendida por quem mediu o ano inteiro.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0474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EXAME ANUAL DE IA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0" y="5029200"/>
            <a:ext cx="72511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re-medição completa da maturidade, comparada ano contra ano: a série histórica que só existe aqui e vale mais a cada ano.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do Exame que sai a fila de oportunidades do ano seguinte: melhorias que só aparecem depois que o fluxo novo existe.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TEM IA RODANDO?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Conselheiro de IA: do seu lado da mesa.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5" name="Image 0" descr="/home/user/abba-ops/08-materiais/assets/fotos/conselheiro--parecer-arbitrag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2872" y="1965960"/>
            <a:ext cx="2103120" cy="2971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262872" y="496519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parecer de arbitragem real (empresa preservada).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1965960"/>
            <a:ext cx="7982712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84832"/>
            <a:ext cx="7982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DE IA DA SUA EMPRESA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828800" y="2404872"/>
            <a:ext cx="69768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estrategista presente na sua diretoria, em regime recorrente: o roadmap de IA vivo e revisado a cada ciclo, a governança vigiada, e análise independente de qualquer proposta de fornecedor que chegar à sua mesa.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191256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828800" y="3172968"/>
            <a:ext cx="69768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 A sua mesa merece alguém do seu lado quando a fatura chega: isso é real? é para nós? qual o preço justo? Por escrito e sem conflito de interesse.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922776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828800" y="3904488"/>
            <a:ext cx="69768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estruturada, com no máximo três recomendações priorizadas por encontro. Cada recomendação entra no registro com o número que dirá, depois, se deu certo. Cada parecer de fornecedor sai em até cinco dias úteis.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22960" y="4690872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PORTAS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828800" y="4672584"/>
            <a:ext cx="69768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 natural: ao fim do Programa, a cadeira dá continuidade ao que foi construído. A porta direta: para quem já tem IA rodando e não tem quem dirija. Não precisa do Programa para ter a cadeira.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TRABALHAMOS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96112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Prova, não impressão.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810512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entra num diário: métrica combinada antes, resultado medido depois. E vocês veem o registro inteiro, incluindo o que não funcionou. A IA rascunha, um humano assina, a diretoria decide.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4997196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017520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PROMETEMOS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9719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método: métrica combinada antes, medida depois, num registro que vocês veem inteiro. · Presença recorrente de quem decide, não um relatório na gaveta. · Honestidade sobre escopo: o que fazemos, nomeado, e o que fica de fora.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68796" y="2880360"/>
            <a:ext cx="4997196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8796" y="3017520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RECUSAMOS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68796" y="3383280"/>
            <a:ext cx="499719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acurácia que não medimos. · Prever o imprevisível: não vendemos oráculo. · Piloto sem métrica: é a receita documentada do fracasso. · IA decidindo sozinha: a IA rascunha, um humano assina, a diretoria decide.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53035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pic>
        <p:nvPicPr>
          <p:cNvPr id="13" name="Image 0" descr="/home/user/abba-ops/08-materiais/assets/marca/logo-microso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86400"/>
            <a:ext cx="1271016" cy="274320"/>
          </a:xfrm>
          <a:prstGeom prst="rect">
            <a:avLst/>
          </a:prstGeom>
        </p:spPr>
      </p:pic>
      <p:pic>
        <p:nvPicPr>
          <p:cNvPr id="14" name="Image 1" descr="/home/user/abba-ops/08-materiais/assets/marca/logo-crew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440680"/>
            <a:ext cx="1207008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114800" y="5468112"/>
            <a:ext cx="7251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começa com uma conversa de 45 minutos, e com o seu Mapa de Vazamento, gratuito. contato@abbaservices.com.br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2026-09-01T14:22:14Z</dcterms:created>
  <dcterms:modified xsi:type="dcterms:W3CDTF">2026-09-01T14:22:14Z</dcterms:modified>
</cp:coreProperties>
</file>