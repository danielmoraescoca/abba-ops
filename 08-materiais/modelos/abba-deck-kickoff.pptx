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051560"/>
            <a:ext cx="1234440" cy="13533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6868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{{NOME_DO_CLIENTE}}  ×  ABBA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686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{{DATA}}   ·   Ref: ABBA-{{ANO}}-{{NUM}}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686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· {{CLIENTE}}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está na sala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{{CLIENTE}}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{{Patrocinador — nome, cargo}}  ★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{{Participante 2}}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{{Participante 3}}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{{Participante 4}}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606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A}} — Engagement Lead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{{Sócio B}} — {{papel}}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estamos aqui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palavras de vocês (da descoberta e da proposta):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“{{A DOR/OPORTUNIDADE — transcrita nas palavras do cliente}}”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contratamos juntos: </a:t>
            </a:r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{{escopo do Anexo I em uma frase}}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vamos percorrer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undefined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2331720"/>
            <a:ext cx="164592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{{Avaliação}}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{{semanas}}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34640" y="2103120"/>
            <a:ext cx="457200" cy="45720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undefined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2331720"/>
            <a:ext cx="164592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{{Protótipo}}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{{semanas}}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2103120"/>
            <a:ext cx="457200" cy="45720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undefined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0" y="2331720"/>
            <a:ext cx="164592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{{Implantação}}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{{semanas}}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06640" y="2103120"/>
            <a:ext cx="457200" cy="45720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undefined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55280" y="2331720"/>
            <a:ext cx="1645920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{{Capacitação}}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0664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{{semanas}}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92640" y="2103120"/>
            <a:ext cx="457200" cy="45720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undefined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92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{{Operação}}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9264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{{semanas}}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fecha com um Termo de Aceite formal </a:t>
            </a:r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critérios acordados hoje, validados na entrega. Sem surpresa, sem fase seguinte sem aceite.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822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mais importante de hoje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68680" y="146304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vocês querem que a empresa esteja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12 meses — e como IA serve a isso?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0"/>
            <a:ext cx="10424160" cy="777240"/>
          </a:xfrm>
          <a:prstGeom prst="roundRect">
            <a:avLst>
              <a:gd name="adj" fmla="val 7059"/>
            </a:avLst>
          </a:prstGeom>
          <a:solidFill>
            <a:srgbClr val="24365C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32735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{{OBJETIVO DECLARADO — escrito AO VIVO, nesta reunião}}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114800"/>
            <a:ext cx="10424160" cy="777240"/>
          </a:xfrm>
          <a:prstGeom prst="roundRect">
            <a:avLst>
              <a:gd name="adj" fmla="val 7059"/>
            </a:avLst>
          </a:prstGeom>
          <a:solidFill>
            <a:srgbClr val="24365C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1879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{{OBJETIVO DECLARADO — escrito AO VIVO, nesta reunião}}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5029200"/>
            <a:ext cx="10424160" cy="777240"/>
          </a:xfrm>
          <a:prstGeom prst="roundRect">
            <a:avLst>
              <a:gd name="adj" fmla="val 7059"/>
            </a:avLst>
          </a:prstGeom>
          <a:solidFill>
            <a:srgbClr val="24365C"/>
          </a:solidFill>
          <a:ln w="9525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51023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{{OBJETIVO DECLARADO — escrito AO VIVO, nesta reunião}}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6126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Estes objetivos viram o baseline de TODOS os rituais de alinhamento — cada trimestre, medimos contra eles.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SUCESSO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saberemos que deu certo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194560"/>
                <a:gridCol w="1828800"/>
                <a:gridCol w="32918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hoje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mediremos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{{ex.: horas reinvestidas/pessoa/semana}}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{{ex.: horas reinvestidas/pessoa/semana}}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{{ex.: horas reinvestidas/pessoa/semana}}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 em todo relatório — </a:t>
            </a:r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nossa promessa central: resultado verificado, sem enfeite.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e marcos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57607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{{1}}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Kickoff (hoje)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Objetivos, critérios e cronograma aprovados nesta sala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{{marco 2}}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{{marco 3}}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{{marco final}}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 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presenciais: {{Kickoff Academy · workshops de marco · graduação}}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HONESTIDADE PRIMEIRO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compromissos — dos dois lados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ABBA entrega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Condução de todas as fases, com os fundadores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Entregáveis formais com critério de aceite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semanal de 30 min com o patrocinador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até 1 dia útil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precisamos de vocês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56032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Patrocinador com autoridade para mobilizar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da equipe no pré-trabalho e sessões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 e integrações acordados: {{lista}}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nos gates — vocês decidem, nós executamos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nos falar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do projeto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657600" y="198424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{{Slack/Teams do cliente — canal dedicado}} — dia a dia e logística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4436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657600" y="294436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escopo, entregáveis — trilha formal ({{nome}}@abbaservices.com.br)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90448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semanal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57600" y="390448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{{dia/hora}} · 30 min · patrocinador + ABBA — progresso, bloqueios, próximos 7 dias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80060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8646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da diretoria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4864608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de cada fase e trimestralmente — resultados vs. objetivos declarados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E CONFIDENCIALIDADE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Seus dados, com respeito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39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297680" y="19659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Vocês: Controlador · ABBA: Operadora — tratamos dados sob suas instruções documentadas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99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297680" y="2926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segregado por cliente, criptografia, trilha de auditoria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59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3886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automatizadas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297680" y="38862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agente tem ponto de aprovação humana e inventário mapeado ao Art. 20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919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4846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NUNCA fazemos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297680" y="484632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modelos com dados de vocês · dado de cliente fora do ambiente do projeto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próximos 7 dias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 · Confidencial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2194560"/>
                <a:gridCol w="23774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{{Pré-trabalho disparado aos participantes}}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{{data}}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{{Acessos e integrações liberados}}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{{Cliente}}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{{data}}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{{Primeira entrevista agendada}}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{{data}}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deste kickoff no e-mail de vocês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88720"/>
            <a:ext cx="1005840" cy="11064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27432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Agora é execução.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868680" y="3749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 com convicção. Vocês decidem. </a:t>
            </a:r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medimos tudo — projetado vs. realizado, do primeiro dia à graduação.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68680" y="4937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{{nome}}@abbaservices.com.br · abbaservices.com.br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2026-07-23T16:33:48Z</dcterms:created>
  <dcterms:modified xsi:type="dcterms:W3CDTF">2026-07-23T16:33:49Z</dcterms:modified>
</cp:coreProperties>
</file>