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· AI NATIVE · ANO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4303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ano. Três fases.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portas de saída.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19050">
            <a:solidFill>
              <a:srgbClr val="C2A3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389120"/>
            <a:ext cx="87142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8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decisão do ano é tomada uma vez — o risco, nunca: cada fase termina num portão onde a decisão volta para a sua mão.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CONTRATO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começa com o Mapa de Vazamento — grátis.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7251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Feito de fora, com um número em reais dentro: onde estimamos que a operação está vazando, quanto por mês, e o que faríamos primeiro.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Consultoria de IA · contato@abbaservices.com.br</a:t>
            </a:r>
            <a:endParaRPr lang="en-US" sz="900" dirty="0"/>
          </a:p>
        </p:txBody>
      </p:sp>
      <p:pic>
        <p:nvPicPr>
          <p:cNvPr id="6" name="Image 0" descr="/home/user/abba-ops/08-materiais/assets/fotos/mapa-de-vazamento--pagina-re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773" y="2331720"/>
            <a:ext cx="2715219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50773" y="6217920"/>
            <a:ext cx="27152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real de um Mapa entregue (empresa preservada).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7370613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é a porta única da ABBA. Ele existe para uma decisão: vale ou não vale abrir o Programa? Se o número não convencer, a conversa termina ali — sem custo e sem compromisso.</a:t>
            </a:r>
            <a:endParaRPr lang="en-US" sz="1350" dirty="0"/>
          </a:p>
          <a:p>
            <a:pPr algn="l" indent="0" marL="0">
              <a:lnSpc>
                <a:spcPts val="2100"/>
              </a:lnSpc>
              <a:buNone/>
            </a:pPr>
            <a:endParaRPr lang="en-US" sz="13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convencer, o Termo do Programa é assinado uma vez, com as três fases dentro: a fase 1 firme, e as fases 2 e 3 já precificadas como opção sua — condicionada ao Portão da Prova.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A PROVA — SEIS SEMANAS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caso construído, rodando e medido. E o retrato inteiro.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7251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métrica é combinada por escrito na primeira semana. Ao fim, o número está na mesa — e a decisão é sua.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Consultoria de IA · contato@abbaservices.com.br</a:t>
            </a:r>
            <a:endParaRPr lang="en-US" sz="900" dirty="0"/>
          </a:p>
        </p:txBody>
      </p:sp>
      <p:pic>
        <p:nvPicPr>
          <p:cNvPr id="6" name="Image 0" descr="/home/user/abba-ops/08-materiais/assets/fotos/prototipo--relatorio-gono-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773" y="2331720"/>
            <a:ext cx="2715219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50773" y="6217920"/>
            <a:ext cx="27152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GO/NO-GO real de um protótipo (empresa preservada).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7370613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fase 1 entrega: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 caso escolhido construído com os seus dados, em uso real;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 medição de terceiro contra a métrica combinada — projetado versus realizado, assinado por uma pessoa nomeada da sua empresa;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 avaliação de maturidade em 25 dimensões;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 portfólio completo de oportunidades, ranqueado por retorno e esforço.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portfólio é seu, fique ou não: o portão retém execução, nunca informação.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PORTÃO DA PROVA · SEMANA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105430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o número combinado não apareceu — ou se você simplesmente mudar de ideia — você sai levando tudo. Sem multa.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4297680"/>
            <a:ext cx="2011680" cy="0"/>
          </a:xfrm>
          <a:prstGeom prst="line">
            <a:avLst/>
          </a:prstGeom>
          <a:noFill/>
          <a:ln w="19050">
            <a:solidFill>
              <a:srgbClr val="C2A3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52628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i="1" dirty="0">
                <a:solidFill>
                  <a:srgbClr val="D8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Há mais dois portões como este: no mês 6 e no mês 12. Nenhuma fase começa sem a anterior ter provado — é o nosso risco, não o seu.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A CONSTRUÇÃO — MESES 2 A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em produção. Pessoas formadas. Juntos.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7251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casos que você aprovou no portfólio entram em produção — e a sua equipe é formada em turma própria, em paralelo.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Consultoria de IA · contato@abbaservices.com.br</a:t>
            </a:r>
            <a:endParaRPr lang="en-US" sz="900" dirty="0"/>
          </a:p>
        </p:txBody>
      </p:sp>
      <p:pic>
        <p:nvPicPr>
          <p:cNvPr id="6" name="Image 0" descr="/home/user/abba-ops/08-materiais/assets/fotos/construcao--relatorio-deploym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773" y="2331720"/>
            <a:ext cx="2715219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50773" y="6217920"/>
            <a:ext cx="27152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implantação real (empresa preservada).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7370613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verdade: arquitetura, integrações com os seus sistemas e agentes de IA com pontos de aprovação humana desenhados — erro caro passa por gente antes de acontecer.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medida: turma própria na nossa plataforma, com trilhas por papel e fluência medida em 30, 60 e 90 dias — porque sistema novo com a empresa pensando do jeito antigo não transforma nada.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A DURABILIDADE — MESES 7 A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única prova que importa: funcionar sem nós no meio.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7251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acompanhada de perto — e a mão cada vez mais leve, de propósito.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Consultoria de IA · contato@abbaservices.com.br</a:t>
            </a:r>
            <a:endParaRPr lang="en-US" sz="900" dirty="0"/>
          </a:p>
        </p:txBody>
      </p:sp>
      <p:pic>
        <p:nvPicPr>
          <p:cNvPr id="6" name="Image 0" descr="/home/user/abba-ops/08-materiais/assets/fotos/gerenciados--relatorio-mens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773" y="2331720"/>
            <a:ext cx="2715219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50773" y="6217920"/>
            <a:ext cx="27152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mensal real de operação (empresa preservada).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7370613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semanal, SLA, relatório mensal de projetado versus realizado e o registro de cada decisão contra o resultado medido.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mês 12, a diretoria não recebe uma impressão: recebe a série do ano inteiro — o que foi prometido, o que foi medido, o que ficou instalado e quem, da sua equipe, opera cada peça.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DEPOIS DO ANO?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relação vira medição anual.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segundo ano em diante: operação sob SLA, conselho trimestral e o Exame Anual de IA — a maturidade re-medida e comparada ano contra ano.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Consultoria de IA · contato@abbaservices.com.br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série histórica que nasce daí só existe aqui e vale mais a cada ano — e é dela que sai a fila de oportunidades do ano seguinte: melhorias que só aparecem depois que o fluxo novo existe. Expansões entram como mini-ciclos dentro da assinatura, cada um com a mesma regra de sempre: métrica combinada antes, medida depois.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38912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1772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Retemos clientes do único jeito que aceitamos: composição de valor, nunca dependência. Tudo o que construímos é seu, o dado é exportável, e a saída é limpa em qualquer aniversário.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fica com você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Consultoria de IA · contato@abbaservices.com.br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671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SISTEMAS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83280" y="2148840"/>
            <a:ext cx="7982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produção, documentados, com aprovação humana nos pontos certos — propriedade sua.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044952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546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PESSOAS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0" y="3136392"/>
            <a:ext cx="7982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formadas em turma própria, com fluência medida — e um dono interno para cada peça.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032504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422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REGISTRO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83280" y="4123944"/>
            <a:ext cx="7982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decisão com o número combinado antes e o resultado medido depois, assinado por gente sua.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020056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2978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0" y="5111496"/>
            <a:ext cx="7982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 nossa palavra: a série de projetado versus realizado do ano inteiro, pronta para a diretoria.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603504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próximo passo não custa nada: o Mapa de Vazamento da sua operação.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ABBA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ABBA Consultoria de IA</dc:creator>
  <cp:lastModifiedBy>ABBA Consultoria de IA</cp:lastModifiedBy>
  <cp:revision>1</cp:revision>
  <dcterms:created xsi:type="dcterms:W3CDTF">2026-09-01T13:10:24Z</dcterms:created>
  <dcterms:modified xsi:type="dcterms:W3CDTF">2026-09-01T13:10:24Z</dcterms:modified>
</cp:coreProperties>
</file>