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CONSULTORIA DE IA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005840"/>
            <a:ext cx="1054303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Tornamos a sua empresa AI native.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822960" y="2121408"/>
            <a:ext cx="2011680" cy="0"/>
          </a:xfrm>
          <a:prstGeom prst="line">
            <a:avLst/>
          </a:prstGeom>
          <a:noFill/>
          <a:ln w="19050">
            <a:solidFill>
              <a:srgbClr val="C2A35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377440"/>
            <a:ext cx="10543032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cada dez empresas que decidiram usar IA este ano, mais de oito não vão conseguir mostrar um número no fim. E não é por falta de tecnologia: é porque a IA entrou pelo lugar errado. Quando entra pela ponta, uma pessoa pede e recebe, e o ganho fica com ela. Se ela sai amanhã, o ganho sai junto pela porta. Quando entra pela veia, dentro do processo, o organismo passa a funcionar diferente. E o ganho fica na empresa.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3794760"/>
            <a:ext cx="10543032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pesquisa mais séria que existe sobre isso, da RAND, mediu: mais de 80% dos projetos de IA falham, o dobro dos projetos comuns de tecnologia. A causa número um não foi a qualidade do modelo. Foi começar sem ninguém combinar o que seria dar certo. É exatamente aí que trabalhamos: escolhemos um processo que dói, fazemos a IA rodar dentro dele até virar parte da operação, formamos as pessoas que vivem nesse processo e provamos, de fora, o que mudou. Número combinado antes, medido depois. No fim, a diretoria tem prova, não impressão.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22960" y="5120640"/>
            <a:ext cx="10543032" cy="0"/>
          </a:xfrm>
          <a:prstGeom prst="line">
            <a:avLst/>
          </a:prstGeom>
          <a:noFill/>
          <a:ln w="9525">
            <a:solidFill>
              <a:srgbClr val="E5E0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5285232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NOSSAS RAÍZES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5614416"/>
            <a:ext cx="105430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i="1" dirty="0">
                <a:solidFill>
                  <a:srgbClr val="333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Trabalhamos com raízes: verdade dita mesmo quando custa, número antes de opinião, e o compromisso de terminar com a sua empresa mais capaz, não mais dependente. O que instalamos fica com você: os sistemas, as pessoas formadas e o registro de tudo o que foi decidido e medido.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6400800"/>
            <a:ext cx="10543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Consultoria de IA · contato@abbaservices.com.br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CAMINHO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105430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 primeira conversa à capacidade instalada: um programa, um ano.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822960" y="1627632"/>
            <a:ext cx="1054303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850"/>
              </a:lnSpc>
              <a:buNone/>
            </a:pPr>
            <a:r>
              <a:rPr lang="en-US" sz="125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começa com um mapa do que estimamos estar vazando, feito de fora e sem custo. Ninguém espera o terreno ficar perfeito para começar a obra: escolhemos juntos a primeira parede, e é ela que paga a fundação do resto. Cada fase termina numa porta de saída limpa.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3270504" cy="0"/>
          </a:xfrm>
          <a:prstGeom prst="line">
            <a:avLst/>
          </a:prstGeom>
          <a:noFill/>
          <a:ln w="15240">
            <a:solidFill>
              <a:srgbClr val="C2A3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523744"/>
            <a:ext cx="32705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 · A PROVA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22960" y="2798064"/>
            <a:ext cx="32705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E68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seis semanas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327050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caso construído com os seus dados, rodando e medido contra a métrica combinada por escrito na primeira semana.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22960" y="4133088"/>
            <a:ext cx="3270504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Dentro dela: a avaliação profunda, do conselho à linha de frente · o protótipo em uso real · o retrato completo de oportunidades, ranqueado por retorno e esforço.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22960" y="5577840"/>
            <a:ext cx="327050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Porque promessa não decide investimento. Número decide.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459224" y="2395728"/>
            <a:ext cx="3270504" cy="0"/>
          </a:xfrm>
          <a:prstGeom prst="line">
            <a:avLst/>
          </a:prstGeom>
          <a:noFill/>
          <a:ln w="15240">
            <a:solidFill>
              <a:srgbClr val="C2A35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59224" y="2523744"/>
            <a:ext cx="32705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 · A CONSTRUÇÃO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459224" y="2798064"/>
            <a:ext cx="32705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E68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meses dois a seis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459224" y="3090672"/>
            <a:ext cx="327050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casos aprovados entram em produção e a sua equipe aprende a operar e a criar junto.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459224" y="4133088"/>
            <a:ext cx="3270504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Dentro dela: arquitetura, integrações e agentes com aprovação humana nos pontos certos · a turma da sua equipe no nosso portal, com fluência medida em 30, 60 e 90 dias.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459224" y="5577840"/>
            <a:ext cx="327050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Porque sistema novo com a empresa pensando do jeito antigo não transforma nada.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095488" y="2395728"/>
            <a:ext cx="3270504" cy="0"/>
          </a:xfrm>
          <a:prstGeom prst="line">
            <a:avLst/>
          </a:prstGeom>
          <a:noFill/>
          <a:ln w="15240">
            <a:solidFill>
              <a:srgbClr val="C2A35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95488" y="2523744"/>
            <a:ext cx="32705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 · A DURABILIDADE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095488" y="2798064"/>
            <a:ext cx="32705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E68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meses sete a doze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8095488" y="3090672"/>
            <a:ext cx="327050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capacidade rodando no dia a dia, com a nossa mão cada vez mais leve, de propósito.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095488" y="4133088"/>
            <a:ext cx="3270504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Dentro dela: operação sob SLA com presença semanal · relatório mensal de projetado versus realizado · o ritual com a diretoria e o registro de cada decisão.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95488" y="5577840"/>
            <a:ext cx="327050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Porque a única prova que importa é funcionar sem consultor no meio.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22960" y="6108192"/>
            <a:ext cx="105430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Portão da Prova: ao fim da fase 1 a decisão volta para a sua mão. Se o número não apareceu, ou se você simplesmente mudar de ideia, você sai levando tudo o que foi produzido. Sem multa e sem constrangimento.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 DO PRIMEIRO ANO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1054303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relação não termina: ela passa a ser medida todo ano.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822960" y="1600200"/>
            <a:ext cx="10543032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segundo ano em diante a empresa opera sozinha, e nós ficamos com o que não dá para fazer de dentro: a operação acompanhada, o conselho trimestral e o Exame Anual de IA, a re-medição completa da maturidade, comparada ano contra ano. A série histórica que nasce daí só existe aqui, vale mais a cada ano, e é dela que sai a fila de oportunidades do ano seguinte.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2960" y="2788920"/>
            <a:ext cx="10543032" cy="0"/>
          </a:xfrm>
          <a:prstGeom prst="line">
            <a:avLst/>
          </a:prstGeom>
          <a:noFill/>
          <a:ln w="9525">
            <a:solidFill>
              <a:srgbClr val="E5E0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944368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JÁ TEM IA RODANDO? O CONSELHEIRO DE 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3273552"/>
            <a:ext cx="10543032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850"/>
              </a:lnSpc>
              <a:buNone/>
            </a:pPr>
            <a:r>
              <a:rPr lang="en-US" sz="125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quem já construiu, a oferta é outra: a cadeira de direção de IA do seu lado da mesa, em fração. Funciona em quatro movimentos: presença recorrente na diretoria · o roadmap vivo, re-ranqueado conforme os números chegam · parecer por escrito sobre cada fornecedor que aparece · e a memória de decisão, com a expectativa declarada antes e o resultado medido depois, que nunca se apaga. Nenhum time interno pode ser a própria prova. É por isso que empresa com um ótimo CFO ainda contrata quem verifique as contas de fora.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822960" y="4617720"/>
            <a:ext cx="10543032" cy="0"/>
          </a:xfrm>
          <a:prstGeom prst="line">
            <a:avLst/>
          </a:prstGeom>
          <a:noFill/>
          <a:ln w="9525">
            <a:solidFill>
              <a:srgbClr val="E5E0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4773168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PARCEIROS OFICIAIS</a:t>
            </a:r>
            <a:endParaRPr lang="en-US" sz="1100" dirty="0"/>
          </a:p>
        </p:txBody>
      </p:sp>
      <p:pic>
        <p:nvPicPr>
          <p:cNvPr id="10" name="Image 0" descr="/home/user/abba-ops/08-materiais/assets/marca/logo-microsof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120640"/>
            <a:ext cx="1435608" cy="310896"/>
          </a:xfrm>
          <a:prstGeom prst="rect">
            <a:avLst/>
          </a:prstGeom>
        </p:spPr>
      </p:pic>
      <p:pic>
        <p:nvPicPr>
          <p:cNvPr id="11" name="Image 1" descr="/home/user/abba-ops/08-materiais/assets/marca/logo-crewa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5065776"/>
            <a:ext cx="1325880" cy="40233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480560" y="5047488"/>
            <a:ext cx="68854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Durante a capacitação, a sua equipe usa ferramentas dos nossos parceiros para construir as próprias soluções.</a:t>
            </a:r>
            <a:endParaRPr lang="en-US" sz="1150" dirty="0"/>
          </a:p>
        </p:txBody>
      </p:sp>
      <p:sp>
        <p:nvSpPr>
          <p:cNvPr id="13" name="Text 9"/>
          <p:cNvSpPr/>
          <p:nvPr/>
        </p:nvSpPr>
        <p:spPr>
          <a:xfrm>
            <a:off x="822960" y="5806440"/>
            <a:ext cx="105430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próximo passo não custa nada e cabe em 45 minutos: o Mapa de Vazamento da sua operação.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822960" y="6400800"/>
            <a:ext cx="10543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Consultoria de IA · contato@abbaservices.com.br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ABBA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ABBA Consultoria de IA</dc:creator>
  <cp:lastModifiedBy>ABBA Consultoria de IA</cp:lastModifiedBy>
  <cp:revision>1</cp:revision>
  <dcterms:created xsi:type="dcterms:W3CDTF">2026-09-01T14:01:34Z</dcterms:created>
  <dcterms:modified xsi:type="dcterms:W3CDTF">2026-09-01T14:01:34Z</dcterms:modified>
</cp:coreProperties>
</file>