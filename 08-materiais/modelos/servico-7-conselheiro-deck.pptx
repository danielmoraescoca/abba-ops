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10312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2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SERVIÇOS ABBA · 7 DE 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260604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700"/>
              </a:lnSpc>
              <a:buNone/>
            </a:pPr>
            <a:r>
              <a:rPr lang="en-US" sz="3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Conselheiro de IA —</a:t>
            </a:r>
            <a:endParaRPr lang="en-US" sz="3800" dirty="0"/>
          </a:p>
          <a:p>
            <a:pPr indent="0" marL="0">
              <a:lnSpc>
                <a:spcPts val="4700"/>
              </a:lnSpc>
              <a:buNone/>
            </a:pPr>
            <a:r>
              <a:rPr lang="en-US" sz="3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seu lado da mesa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2062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i="1" dirty="0">
                <a:solidFill>
                  <a:srgbClr val="B89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fornecedor de IA tem um vendedor. A sua mesa merece alguém do seu lado.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6355080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— CONSULTORIA DE INTELIGÊNCIA ARTIFICIAL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622792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ABBASERVICES.COM.BR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2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cadeira de estrategista de IA da sua empresa.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9875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estrategista presente na sua diretoria, em regime recorrente: o roadmap de IA vivo e revisado a cada ciclo, a governança e a política de IA vigiadas, e análise independente de qualquer proposta de fornecedor que chegar à sua mesa.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22960" y="3840480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11480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i="1" dirty="0">
                <a:solidFill>
                  <a:srgbClr val="B89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Nós recomendamos com convicção. Quem decide são vocês.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6355080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— CONSULTORIA DE INTELIGÊNCIA ARTIFICIAL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622792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ABBASERVICES.COM.BR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2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Alguém do seu lado quando a fatura chega.</a:t>
            </a:r>
            <a:endParaRPr lang="en-US" sz="2700" dirty="0"/>
          </a:p>
        </p:txBody>
      </p:sp>
      <p:pic>
        <p:nvPicPr>
          <p:cNvPr id="4" name="Image 0" descr="/tmp/claude-0/-home-user/3b340934-06d1-5f26-b467-4c811e620256/scratchpad/fotos/arbitragem-fornecedores-modelo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0773" y="2057400"/>
            <a:ext cx="2715219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50773" y="2057400"/>
            <a:ext cx="2715219" cy="3840480"/>
          </a:xfrm>
          <a:prstGeom prst="rect">
            <a:avLst/>
          </a:prstGeom>
          <a:ln w="12700">
            <a:solidFill>
              <a:srgbClr val="D9D2C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93573" y="5971032"/>
            <a:ext cx="36296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parecer de arbitragem — os 4 eixos e a recomendação com convicção.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22960" y="2103120"/>
            <a:ext cx="741633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fornecedor de IA que bate na sua porta tem um vendedor do lado dele. A pergunta que o Conselheiro responde, por escrito e sem conflito de interesse: isso é real? é para nós? qual o preço justo?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22960" y="3566160"/>
            <a:ext cx="741633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além de filtrar o que chega: um roadmap vivo garante que a empresa decida a própria agenda de IA — em vez de reagir à agenda de quem vende.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822960" y="6355080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— CONSULTORIA DE INTELIGÊNCIA ARTIFICIAL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8622792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ABBASERVICES.COM.BR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2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Presença com pauta própria.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10543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Presença estruturada na diretoria  —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contra os objetivos que VOCÊS declararam, no máximo três recomendações priorizadas por encontro, decisões registradas.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2688336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779776"/>
            <a:ext cx="10543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recomendação com métrica  —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recomendação entra no registro com o número que dirá, depois, se ela deu certo — e vocês veem o placar inteiro.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3364992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456432"/>
            <a:ext cx="10543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Arbitragem de fornecedores por escrito  —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proposta analisada vira um parecer registrado, em até 5 dias úteis — o rastro de valor fica com a empresa.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4041648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133088"/>
            <a:ext cx="10543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Governança viva  —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usos, novos riscos e adequação regulatória acompanhados de perto — a política de IA não envelhece na gaveta.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22960" y="6355080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— CONSULTORIA DE INTELIGÊNCIA ARTIFICIAL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622792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ABBASERVICES.COM.BR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2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HONESTIDADE DE SEMPRE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Conselheiro NÃO é.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10543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é banco de horas  —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senioridade recorrente com pauta própria — execução é cotada à parte, e você sabe o preço antes.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2688336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779776"/>
            <a:ext cx="10543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é suporte técnico  —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sob SLA é outro serviço; os dois convivem, cada um com a sua promessa.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3364992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456432"/>
            <a:ext cx="10543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é parecer jurídico  —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 e adequação, sim; advocacia e representação perante a ANPD, não.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4041648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133088"/>
            <a:ext cx="10543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é terceirizar a decisão  —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quer alguém que decida por ele compra outra coisa — e se arrepende.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22960" y="6355080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— CONSULTORIA DE INTELIGÊNCIA ARTIFICIAL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622792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ABBASERVICES.COM.BR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2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ENCAIXE NA JORNADA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portas para a mesma cadeira.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9875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porta natural: ao fim do programa, a cadeira dá continuidade ao que foi construído — as recomendações nascem do diário de resultados medidos.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960" y="3337560"/>
            <a:ext cx="9875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porta direta: para quem já tem IA rodando — comprada de terceiros ou construída dentro — e não tem quem dirija. Não precisa do programa para ter a cadeira.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22960" y="5029200"/>
            <a:ext cx="4572000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5257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6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CONTATO@ABBASERVICES.COM.BR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6355080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— CONSULTORIA DE INTELIGÊNCIA ARTIFICIAL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622792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ABBASERVICES.COM.BR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2026-08-06T19:00:39Z</dcterms:created>
  <dcterms:modified xsi:type="dcterms:W3CDTF">2026-08-06T19:00:39Z</dcterms:modified>
</cp:coreProperties>
</file>