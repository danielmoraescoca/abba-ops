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NUM MINUTO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 E provamos, com número.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cada dez empresas que decidiram usar IA este ano, mais de oito não vão conseguir mostrar um número no fim (RAND: mais de 80% falham, o dobro dos projetos comuns de tecnologia). Não é falta de tecnologia: é a IA entrando pela ponta, na mão de uma pessoa, em vez de entrar pela veia, dentro do processo. Nós fazemos a IA rodar dentro do processo que dói, com o número que define sucesso combinado por escrito antes, medido de fora depois.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333756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47472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MAPA DE VAZAMENTO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813048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Grátis, feito de fora, com um número em reais dentro: onde estimamos que a sua operação está vazando dinheiro. É por aqui que toda conversa começa.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59224" y="333756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9224" y="347472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 PROGRAMA · UM ANO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59224" y="3813048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fases: a Prova (um caso construído e medido em seis semanas), a Construção (sistemas em produção e a sua equipe formada) e a Durabilidade (a capacidade rodando sem consultor no meio). Porta de saída limpa em cada fase.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333756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5488" y="347472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DEPOIS DO PRIMEIRO ANO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95488" y="3813048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relação vira medição anual: operação acompanhada, conselho trimestral e o Exame Anual de IA, a maturidade re-medida e comparada ano contra ano. Quem já tem IA rodando entra pelo Conselheiro de IA.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779008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instalamos fica com você: os sistemas, as pessoas formadas e o registro do que foi decidido e medido.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2026-09-01T14:22:13Z</dcterms:created>
  <dcterms:modified xsi:type="dcterms:W3CDTF">2026-09-01T14:22:13Z</dcterms:modified>
</cp:coreProperties>
</file>