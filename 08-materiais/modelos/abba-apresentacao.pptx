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— e ficamos ao seu lado acompanhando, mês a mês, o que mudou.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02920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acontece em duas frentes ao mesmo tempo. Nos processos: projetamos e implantamos sistemas inteligentes — arquitetura, integrações e agentes de IA trabalhando em conjunto — que tornam a operação mais eficiente, mais rápida e mais poderosa. E nas pessoas: formamos cada nível da equipe para trabalhar com IA e enxergar o próprio trabalho de um jeito novo.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653796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NOSSO PROCESSO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6903720"/>
            <a:ext cx="6007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na diretoria e se estende, como raízes,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toda a empresa — até alcançar cada pessoa,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processo, todos os dias.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77240" y="85039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8778240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páginas, o caminho completo — da primeira conversa à cadeira de estrategista na sua diretoria: o que fazemos em cada etapa, por quê, e como.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primeiro café aos sistemas rodando.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—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— e o Mapa de Vazamento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7121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7355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 horas,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—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 —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—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— a engenharia da solução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 da solução — dados, integrações, lógica de decisão — e construímos sistemas inteligentes sob medida, com agentes de IA inseridos onde fazem diferença, em produção no fluxo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39088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79322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—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—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 — durante a capacitação, sua equipe usa ferramentas dos nossos parceiros para construir as próprias soluções.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" y="929944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o que mostramos é o método e o registro — mais do que a maioria consegue mostrar depois de dez clientes.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o seu Mapa de Vazamento, gratuito, em 48 horas.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2026-08-05T19:09:38Z</dcterms:created>
  <dcterms:modified xsi:type="dcterms:W3CDTF">2026-08-05T19:09:38Z</dcterms:modified>
</cp:coreProperties>
</file>