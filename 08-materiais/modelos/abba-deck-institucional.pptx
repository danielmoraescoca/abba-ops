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20240"/>
            <a:ext cx="10543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CONSULTORIA DE 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Tornamos a sua empresa AI native.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22960" y="4160520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389120"/>
            <a:ext cx="87142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i="1" dirty="0">
                <a:solidFill>
                  <a:srgbClr val="D8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Capacidade de IA construída em escala. E provada, como terceiro: número combinado antes, medido depois.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22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COISA QUE NINGUÉM FALA EM VOZ ALTA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cada dez empresas que decidiram usar IA este ano, mais de oito não vão conseguir mostrar um número no fim.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22960" y="3200400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474720"/>
            <a:ext cx="105430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não é por falta de tecnologia. Se entrarmos em dez empresas hoje e perguntarmos se usam inteligência artificial, dez dizem que sim. E estão falando a verdade: tem licença, tem gente usando, tem gente feliz. Só que quando se olha o resultado da empresa, não mudou nada.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4754880"/>
            <a:ext cx="10543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porque a IA não funciona. É porque ela entrou pelo lugar errado.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ONDE A IA ENTRA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ponta, ou na veia?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4997196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432304"/>
            <a:ext cx="49971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NA PONTA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788920"/>
            <a:ext cx="4997196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pessoa pega uma tarefa, pede para a ferramenta, recebe o resultado. Começo, meio e fim na mão dela. O ganho fica com a pessoa: se ela sai amanhã, o ganho sai junto pela porta. É remédio que a pessoa toma.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68796" y="2286000"/>
            <a:ext cx="4997196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68796" y="2432304"/>
            <a:ext cx="49971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NA VEIA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68796" y="2788920"/>
            <a:ext cx="4997196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roda dentro do processo, com integrações, aprovações humanas nos pontos certos e um número acompanhando. O organismo funciona diferente. O ganho fica na empresa, mesmo quando as pessoas mudam.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960" y="5257800"/>
            <a:ext cx="105430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que separa quem colhe de quem não colhe não é qual ferramenta comprar. É por onde a IA está entrando na sua empresa.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IMPRESSÃO NOSSA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medições independentes, dizendo a mesma coisa.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5856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468880" y="2240280"/>
            <a:ext cx="88971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de 80% dos projetos de IA falham. O dobro dos projetos comuns de tecnologia. E a causa número um não foi a qualidade do modelo: foi começar sem ninguém combinar o que seria dar certo.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47472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58444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468880" y="3566160"/>
            <a:ext cx="88971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Programadores experientes ficaram 19% mais lentos usando IA, e saíram convencidos de que tinham ficado 20% mais rápidos. Ninguém sabe o próprio ganho sem medir de fora.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480060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91032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468880" y="4892040"/>
            <a:ext cx="88971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amplifica o que já existe: time com base arrumada acelera, base bagunçada piora mais rápido. Arrumar a base não é atraso. É a condição do ganho.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NOSSA TESE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Isto é uma mesa de três pés.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1054303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Tecnologia, processo e gente. Se um pé fica mais curto que os outros, o problema não é o pé: é a mesa inteira. E aí a empresa passa o resto da vida enfiando papelzinho embaixo. Papelzinho não é solução. É convivência com o defeito.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10543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vende um pé de cada vez: licença para todo mundo, software de prateleira, curso que vira aplauso e segunda-feira igual. Nenhum desses caminhos é burro. Todos foram escolhidos por gente inteligente. Eles só não seguram a mesa.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466344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892040"/>
            <a:ext cx="10543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isso não vendemos ferramenta, nem piloto, nem curso: instalamos os três pés juntos, num caminho de um ano com porta de saída limpa em cada fase. E provamos que a mesa parou de balançar.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TODA CONVERSA COMEÇA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Mapa de Vazamento: grátis, feito de fora, com um número dentro.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qualquer contrato, entregamos um mapa do que estimamos estar vazando na sua operação: onde, quanto por mês, e o que faríamos primeiro. Se o número não convencer, a conversa termina ali. Sem custo e sem compromisso.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pic>
        <p:nvPicPr>
          <p:cNvPr id="6" name="Image 0" descr="/home/user/abba-ops/08-materiais/assets/fotos/mapa-de-vazamento--pagina-re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94276" y="2834640"/>
            <a:ext cx="320040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programa, um ano, três fases. E três portas de saída.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espera o terreno ficar perfeito para começar a obra: escolhemos juntos a primeira parede, e é ela que paga a fundação do resto.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2788920"/>
            <a:ext cx="3270504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926080"/>
            <a:ext cx="3270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A PROVA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200400"/>
            <a:ext cx="3270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semanas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270504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caso construído com os seus dados, rodando e medido contra a métrica combinada por escrito na primeira semana. Dentro dela: a avaliação profunda, o protótipo em uso real e o retrato completo de oportunidades, ranqueado.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59224" y="2788920"/>
            <a:ext cx="3270504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59224" y="2926080"/>
            <a:ext cx="3270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A CONSTRUÇÃO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59224" y="3200400"/>
            <a:ext cx="3270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meses 2 a 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59224" y="3520440"/>
            <a:ext cx="3270504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casos aprovados em produção. Dentro dela: arquitetura, integrações e agentes com aprovação humana nos pontos certos, e a turma da sua equipe no nosso portal, com fluência medida em 30, 60 e 90 dias.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95488" y="2788920"/>
            <a:ext cx="3270504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95488" y="2926080"/>
            <a:ext cx="3270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A DURABILIDADE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95488" y="3200400"/>
            <a:ext cx="3270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meses 7 a 12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95488" y="3520440"/>
            <a:ext cx="3270504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capacidade rodando sem consultor no meio. Dentro dela: operação sob SLA com presença semanal, relatório de projetado versus realizado e o ritual com a diretoria.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PORTÃO DA PROVA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4303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em seis semanas o número combinado não apareceu, ou se você simplesmente mudar de ideia, você sai levando tudo o que foi produzido. Sem multa. Sem constrangimento.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4480560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709160"/>
            <a:ext cx="10543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D8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a gente não bater o número, a gente não segue para a próxima fase. O portão retém execução, nunca informação: o retrato de oportunidades é seu, fique ou não.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DA CONSTRUÇÃO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Engenharia de verdade. E gente formada de verdade.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Arquitetura, integrações com os seus sistemas e agentes com aprovação humana nos pontos certos: erro caro passa por gente antes de acontecer. Em paralelo, a sua equipe estuda em turma própria no nosso portal, uma prática por dia, no trabalho real.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pic>
        <p:nvPicPr>
          <p:cNvPr id="6" name="Image 0" descr="/home/user/abba-ops/08-materiais/assets/fotos/portal--inicio-at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2926080"/>
            <a:ext cx="5394960" cy="3044952"/>
          </a:xfrm>
          <a:prstGeom prst="rect">
            <a:avLst/>
          </a:prstGeom>
        </p:spPr>
      </p:pic>
      <p:pic>
        <p:nvPicPr>
          <p:cNvPr id="7" name="Image 1" descr="/home/user/abba-ops/08-materiais/assets/fotos/portal--aula-atu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926080"/>
            <a:ext cx="5394960" cy="30449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25880" y="6035040"/>
            <a:ext cx="9537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000" i="1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portal da turma, como o seu time vê: o início com a prática do dia e uma aula real da formação.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PRIMEIRO ANO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relação não termina: ela passa a ser medida todo ano.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segundo ano em diante, a empresa opera sozinha e nós ficamos com o que não dá para fazer de dentro: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6148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ACOMPANHADA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0" y="2743200"/>
            <a:ext cx="72511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SLA, presença semanal e relatório mensal de projetado versus realizado.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379476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90448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CONSELHO TRIMESTRAL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0" y="3886200"/>
            <a:ext cx="72511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pauta de IA da diretoria, preparada e defendida por quem mediu o ano inteiro.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493776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504748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EXAME ANUAL DE IA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0" y="5029200"/>
            <a:ext cx="72511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re-medição completa da maturidade, comparada ano contra ano: a série histórica que só existe aqui e vale mais a cada ano.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603504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do Exame que sai a fila de oportunidades do ano seguinte: melhorias que só aparecem depois que o fluxo novo existe.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TEM IA RODANDO?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Conselheiro de IA: a cadeira do seu lado da mesa.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já construiu: direção de IA em fração, sem o custo nem o conflito de mais um diretor em folha. Funciona em quatro movimentos: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pic>
        <p:nvPicPr>
          <p:cNvPr id="6" name="Image 0" descr="/home/user/abba-ops/08-materiais/assets/fotos/conselheiro--parecer-arbitrage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0264" y="2697480"/>
            <a:ext cx="2395728" cy="3383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70264" y="6108192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parecer de arbitragem real (empresa preservada).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822960" y="2743200"/>
            <a:ext cx="752551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8346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017520" y="2816352"/>
            <a:ext cx="5330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diretoria, com a pauta de IA preparada e defendida.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2960" y="3611880"/>
            <a:ext cx="752551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70332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VIVO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017520" y="3685032"/>
            <a:ext cx="5330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re-ranqueado conforme os números chegam. Nunca um PDF parado.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2960" y="4480560"/>
            <a:ext cx="752551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5720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ARBITRAGEM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017520" y="4553712"/>
            <a:ext cx="5330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parecer por escrito sobre cada fornecedor que chega à mesa: o que é real, o que é caro, o que é risco.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22960" y="5349240"/>
            <a:ext cx="752551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54406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3017520" y="5422392"/>
            <a:ext cx="5330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decisão registrada com a expectativa declarada antes e o resultado medido depois. Imutável por construção.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822960" y="6236208"/>
            <a:ext cx="7525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time interno pode ser a própria prova: por isso empresa com um ótimo CFO ainda contrata verificação de fora.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NOSSAS RAÍZES · O PRÓXIMO PASSO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691640"/>
            <a:ext cx="10543032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Verdade dita mesmo quando custa.</a:t>
            </a:r>
            <a:endParaRPr lang="en-US" sz="24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 antes de opinião.</a:t>
            </a:r>
            <a:endParaRPr lang="en-US" sz="24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Terminar com a sua empresa mais capaz, não mais dependente.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3977640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25196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i="1" dirty="0">
                <a:solidFill>
                  <a:srgbClr val="D8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Adiar isso não é ficar parado: é pagar juro composto na moeda errada. O próximo passo não custa nada e cabe em 45 minutos: o Mapa de Vazamento da sua operação.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5440680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D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ABBA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ABBA Consultoria de IA</dc:creator>
  <cp:lastModifiedBy>ABBA Consultoria de IA</cp:lastModifiedBy>
  <cp:revision>1</cp:revision>
  <dcterms:created xsi:type="dcterms:W3CDTF">2026-09-01T14:01:36Z</dcterms:created>
  <dcterms:modified xsi:type="dcterms:W3CDTF">2026-09-01T14:01:36Z</dcterms:modified>
</cp:coreProperties>
</file>