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6428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DE REUNIÃO · DESCOBERTA TÉCNICA DO PROTÓTIPO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6428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Sair daqui com o protótipo desenhável.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6428232" cy="566928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399032"/>
            <a:ext cx="6025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“Hoje o meu papel é entender o problema a fundo — vou fazer bastante pergunta, algumas bem básicas. É de propósito: o nosso time de engenharia desenha o protótipo em cima do que eu levar daqui.”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1956816"/>
            <a:ext cx="6428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pedir para MOSTRAREM, não só contarem. Anotar todo nome próprio: sistema, tela, campo, relatório.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1208" y="2231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24128" y="2286000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e o processo</a:t>
            </a:r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15 min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24128" y="2560320"/>
            <a:ext cx="5971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 contem o processo do início ao fim, como se eu fosse fazer esse trabalho amanhã: o que chega, quem pega, o que faz, para onde vai?”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4128" y="2985516"/>
            <a:ext cx="5971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“Quantas vezes por dia? Quantos itens por mês? Quanto tempo cada um? Quantas pessoas?”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24128" y="3282696"/>
            <a:ext cx="5971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que acontece quando dá errado? Com que frequência? Quanto custa o erro?”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24128" y="3579876"/>
            <a:ext cx="5971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 quando NÃO segue o padrão? Dois exemplos reais de exceção.”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← onde protótipos morrem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4128" y="3877056"/>
            <a:ext cx="5971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só um problema pudesse ser resolvido este mês, qual tira mais dinheiro/sono?”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protótipo é UM caso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24128" y="4210812"/>
            <a:ext cx="5971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4274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24128" y="4329684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número do sucesso</a:t>
            </a:r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10 min · O MAIS IMPORTANTE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24128" y="4604004"/>
            <a:ext cx="5971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“Qual é o número de hoje — tempo, erro, custo, atraso?”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baseline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4128" y="4901184"/>
            <a:ext cx="5971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“Já é medido? Onde? Quem mede?”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 não: medir o hoje é a 1ª tarefa do protótipo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4128" y="5198364"/>
            <a:ext cx="5971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 número faria vocês dizerem ‘aprovado, vamos investir’?”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meta que define GO — combinada ANTES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24128" y="5495544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“Quem aqui bate o martelo de que funcionou?”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24128" y="5811012"/>
            <a:ext cx="5971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" y="58750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024128" y="5929884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sistemas</a:t>
            </a:r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10 min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024128" y="6204204"/>
            <a:ext cx="5971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“Onde esse processo mora — que sistemas, planilhas, ferramentas?”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nome e versão: ERP, CRM, próprio, Excel, e-mail, WhatsApp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24128" y="6501384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 nuvem ou no servidor de vocês?”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24128" y="6780276"/>
            <a:ext cx="5971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a informação entra e sai de cada um — digitação, relatório exportado, integração automática?”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API = a ‘tomada’ que liga sistemas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7187184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“Quem administra — TI interna, fornecedor, terceirizada?”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é de quem virá o acesso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10241280"/>
            <a:ext cx="64282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103144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8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CARTÃO DE REUNIÃO · DESCOBERTA DO PROTÓTIPO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166360" y="103144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18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1 DE 2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402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24128" y="457200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dados</a:t>
            </a:r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10 min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024128" y="731520"/>
            <a:ext cx="5971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 documentos e dados o processo usa e produz?”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PEDIR PARA VER UM EXEMPLAR NA HORA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24128" y="1028700"/>
            <a:ext cx="5971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“PDF escaneado ou digital? Planilha padronizada ou cada um de um jeito?”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muda o protótipo inteiro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24128" y="1325880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“Quantos por mês? Guardado desde quando? Onde?”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24128" y="1604772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“Tem dado pessoal — nome, CPF, salário, saúde?”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LGPD → anonimização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4128" y="1883664"/>
            <a:ext cx="5971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“Precisamos de 20–50 exemplos reais com a resposta certa de cada um — um gabarito. Quem monta, e até quando?”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 pedido que fecha o bloco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24128" y="2327148"/>
            <a:ext cx="5971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23911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24128" y="2446020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pessoas</a:t>
            </a:r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5 min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24128" y="2720340"/>
            <a:ext cx="5971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“Quem faz esse trabalho hoje? Quem conhece as exceções de cor?”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essa 2ª pessoa participa do protótipo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24128" y="3017520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“Quem revisa e aprova o que a IA fizer?”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IA executa, gente da confiança de vocês valida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4128" y="3296412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“Quem é o nosso ponto focal técnico?”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nome + canal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24128" y="3611880"/>
            <a:ext cx="5971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24128" y="3730752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Restrições e logística</a:t>
            </a:r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5 min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24128" y="4005072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“Os dados podem sair para a nossa nuvem, ou ficam aí dentro?”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temos as duas vias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4128" y="4283964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“Precisa de NDA antes da amostra? Quem autoriza acessos?”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4128" y="4562856"/>
            <a:ext cx="5971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bater a meta, quem decide o passo seguinte — e em que fórum?”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24128" y="4841748"/>
            <a:ext cx="5971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Prazo: não prometer na hora — “nosso time volta com o desenho, cronograma e critérios por escrito.”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5340096"/>
            <a:ext cx="6428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SAIA DA REUNIÃO SEM — OS 10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66928" y="5532120"/>
            <a:ext cx="6428232" cy="1481328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605272"/>
            <a:ext cx="3076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UM caso escolhido (os demais → fila)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3918204" y="5605272"/>
            <a:ext cx="3076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Formato real dos dados, visto com os olhos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749808" y="5879592"/>
            <a:ext cx="3076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O processo explicável ao time em 5 min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3918204" y="5879592"/>
            <a:ext cx="3076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Volume/mês + histórico disponível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749808" y="6153912"/>
            <a:ext cx="3076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Baseline em número + onde é medido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3918204" y="6153912"/>
            <a:ext cx="3076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Amostra com gabarito prometida (quem/quando)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749808" y="6428232"/>
            <a:ext cx="3076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A meta que define GO, dita por eles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3918204" y="6428232"/>
            <a:ext cx="3076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Usuário-chave + ponto focal técnico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749808" y="6702552"/>
            <a:ext cx="3076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Sistemas com nome próprio (nuvem × local)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918204" y="6702552"/>
            <a:ext cx="3076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Dados podem sair? Quem autoriza acesso?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566928" y="7178040"/>
            <a:ext cx="6428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 — MUDAM A CONVERSA, NÃO MATAM A REUNIÃO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66928" y="7415784"/>
            <a:ext cx="6428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dado acessível → protótipo começa capturando o dado · Sem número → 1ª semana mede o hoje · “Automatizar tudo” → “tudo começa por um. Qual?” · Ninguém conhece as exceções → chamada de 30 min com a pessoa certa antes do desenho · Dado preso + sem infra → desenho especial, sem prazo na hora.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566928" y="809244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Depois da reunião, mesmo dia: registro dos 6 blocos ao time — o que faltar vira pergunta ao ponto focal, não segunda reunião.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66928" y="10241280"/>
            <a:ext cx="64282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103144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8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CARTÃO DE REUNIÃO · DESCOBERTA DO PROTÓTIPO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166360" y="103144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18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2 DE 2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2026-08-06T19:15:04Z</dcterms:created>
  <dcterms:modified xsi:type="dcterms:W3CDTF">2026-08-06T19:15:04Z</dcterms:modified>
</cp:coreProperties>
</file>