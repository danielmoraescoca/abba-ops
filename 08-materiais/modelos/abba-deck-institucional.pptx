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7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822960" y="20574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DE INTELIGÊNCIA ARTIFICIAL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2834640"/>
            <a:ext cx="960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Tornamos a sua empresa</a:t>
            </a:r>
            <a:endParaRPr lang="en-US" sz="44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4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native.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consultoria de inteligência artificial.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Entramos na sua empresa para entendê-la a fundo, construímos as soluções certas para o seu fluxo de trabalho, validamos cada uma com dados reais antes de qualquer investimento pesado, formamos as suas pessoas — e ficamos ao seu lado acompanhando, mês a mês, o que mudou.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389120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próximos minutos, o caminho completo — da primeira conversa à cadeira de estrategista na sua diretoria: o que fazemos em cada etapa, por quê, e como.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ACONTECE EM DUAS FRENTES AO MESMO TEMPO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60020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processos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49057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Projetamos e implantamos sistemas inteligentes — arquitetura, integrações e agentes de IA trabalhando em conjunto — que tornam a operação mais eficiente, mais rápida e mais poderosa.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60236" y="1600200"/>
            <a:ext cx="49057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 pessoas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60236" y="2240280"/>
            <a:ext cx="490575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Formamos cada nível da equipe para trabalhar com IA e enxergar o próprio trabalho de um jeito novo — do conselho à linha de frente.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94476" y="1691640"/>
            <a:ext cx="0" cy="237744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457200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4632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A64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nada adiantam sistemas novos com a empresa pensando do jeito antigo — por isso as duas frentes andam juntas.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NOSSO PROCESSO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194560"/>
            <a:ext cx="10543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“Começa na diretoria e se estende, como raízes,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toda a empresa — até alcançar cada pessoa,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cada processo, todos os dias.”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JORNADA, EM SETE PASSOS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7899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463040" y="114300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conversa  —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— e o Mapa de Vazamento gratuito, com uma estimativa em reais do que pode estar vazando.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463040" y="1746504"/>
            <a:ext cx="990295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9222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63040" y="1856232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 —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mergulho profundo na sua empresa, do conselho à linha de frente. Sai um portfólio ranqueado e quantificado.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463040" y="2459736"/>
            <a:ext cx="990295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054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2569464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de caso de uso  —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com os seus dados reais. A diretoria decide GO ou NO-GO com números na mesa.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463040" y="3172968"/>
            <a:ext cx="990295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1868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3282696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e implantação  —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sob medida: arquitetura, integrações e agentes de IA em produção, com aprovação humana no que é crítico.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463040" y="3886200"/>
            <a:ext cx="990295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31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463040" y="3995928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Treinamento + ABBA Portal  —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níveis: plataforma própria + presencial. Campeões internos carregam a transformação.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1463040" y="4599432"/>
            <a:ext cx="990295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64515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63040" y="4709160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gerenciados  —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com presença: ritual semanal de 20 minutos e o diário decisão → resultado medido.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1463040" y="5312664"/>
            <a:ext cx="990295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35838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463040" y="5422392"/>
            <a:ext cx="9902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Conselheiro de IA  —  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cadeira de estrategista do seu lado da mesa — também para quem já tem IA rodando.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· DO PRIMEIRO CONTATO À PROVA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10789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9537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conversa — e o Mapa de Vazamento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28800" y="1755648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minutos de conversa — e nós já chegamos com uma análise da sua empresa feita, com informação pública, incluindo uma estimativa em reais do que pode estar vazando na operação. Gratuito, em 48 horas.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2615184"/>
            <a:ext cx="953719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68833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828800" y="2798064"/>
            <a:ext cx="9537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— o mergulho profundo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828800" y="3364992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conselho à linha de frente: como o trabalho realmente flui, onde quebra, onde vaza valor. Você sai com um portfólio de oportunidades ranqueado e quantificado — não uma lista de ideias.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28800" y="4224528"/>
            <a:ext cx="953719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297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1828800" y="4407408"/>
            <a:ext cx="9537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Protótipo de caso de uso — a prova antes do investimento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828800" y="4974336"/>
            <a:ext cx="95371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caso mais promissor, construído com os seus dados reais. A diretoria decide GO ou NO-GO com números na mesa — NO-GO também é resultado: custou pouco e evitou um investimento errado.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· A ENGENHARIA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121615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28800" y="1325880"/>
            <a:ext cx="9537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Construção e implantação — a engenharia da solução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28800" y="1938528"/>
            <a:ext cx="9537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Projetamos a arquitetura da solução — dados, integrações, lógica de decisão — e construímos sistemas inteligentes sob medida, com agentes de IA inseridos onde fazem diferença, em produção no fluxo real da sua equipe.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2980944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na gaveta não muda empresa. Sistema rodando muda — deixa a operação mais eficiente, mais rápida e mais poderosa.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3749040"/>
            <a:ext cx="95371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tecnologia dos nossos parceiros e pontos de aprovação humana em tudo que é crítico: a IA executa, gente da sua confiança valida.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· AS PESSOAS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107899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28800" y="1188720"/>
            <a:ext cx="9537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Treinamento + ABBA Portal — a mentalidade nova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28800" y="1801368"/>
            <a:ext cx="9537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Formamos todos os níveis da equipe — na nossa plataforma própria e em sessões presenciais nos marcos do programa. O objetivo não é ensinar ferramenta: é instalar, em cada pessoa, três perguntas que mudam o jeito de olhar o próprio trabalho.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0" y="2889504"/>
            <a:ext cx="9537192" cy="1600200"/>
          </a:xfrm>
          <a:prstGeom prst="rect">
            <a:avLst/>
          </a:prstGeom>
          <a:solidFill>
            <a:srgbClr val="F7F4EE"/>
          </a:solidFill>
          <a:ln/>
        </p:spPr>
      </p:sp>
      <p:sp>
        <p:nvSpPr>
          <p:cNvPr id="7" name="Text 5"/>
          <p:cNvSpPr/>
          <p:nvPr/>
        </p:nvSpPr>
        <p:spPr>
          <a:xfrm>
            <a:off x="2240280" y="3118104"/>
            <a:ext cx="87142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eu posso parar de fazer — porque a IA agora faz?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eu posso começar a fazer — porque a IA agora permite?</a:t>
            </a:r>
            <a:endParaRPr lang="en-US" sz="1650" dirty="0"/>
          </a:p>
          <a:p>
            <a:pPr indent="0" marL="0">
              <a:lnSpc>
                <a:spcPts val="2700"/>
              </a:lnSpc>
              <a:buNone/>
            </a:pPr>
            <a:r>
              <a:rPr lang="en-US" sz="165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só eu faço — e devo fazer ainda melhor?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828800" y="4718304"/>
            <a:ext cx="9537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Campeões internos formados carregam a transformação depois que saímos da sala — e a capacidade fica com vocês.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JORNADA · A OPERAÇÃO E A CADEIRA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49808" y="1124712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828800" y="1234440"/>
            <a:ext cx="9537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Sistemas gerenciados — a operação com presença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828800" y="1801368"/>
            <a:ext cx="9537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Operamos o que construímos: monitoramento, evolução contínua e um ritual semanal de 20 minutos com quem decide.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2523744"/>
            <a:ext cx="9537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decisão entra num diário: métrica combinada antes, resultado medido depois. A prova, mês a mês, do que a IA está devolvendo.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28800" y="3319272"/>
            <a:ext cx="953719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3392424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1828800" y="3502152"/>
            <a:ext cx="9537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Conselheiro de IA — do seu lado da mesa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1828800" y="4069080"/>
            <a:ext cx="9537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QUÊ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estrategista de IA presente na sua diretoria: roadmap vivo, governança, e análise independente de qualquer proposta de fornecedor que chegar.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4791456"/>
            <a:ext cx="95371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000" b="1" spc="20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   </a:t>
            </a:r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fornecedor de IA tem um vendedor. A sua mesa merece alguém do seu lado quando a fatura chega — também para quem já tem IA rodando.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6868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TRABALHAMOS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Prova, não impressão.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decisão entra num diário: métrica combinada antes, resultado medido depois — e vocês veem o registro inteiro, incluindo o que não funcionou.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692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recomendamos com convicção. Quem decide são vocês — e fica registrado quem decidiu o quê.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70916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98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IA rascunha, um humano assina, a diretoria decide.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315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PROMETEMOS — E O QUE RECUSAMOS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Prometemos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 método: métrica combinada antes, medida depois, num registro que vocês veem inteiro.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822960" y="2788920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Presença recorrente de quem decide — não um relatório na gaveta.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822960" y="3657600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Honestidade sobre escopo: o que fazemos, nomeado — e o que fica de fora.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460236" y="137160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Recusamos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60236" y="1920240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Prometer acurácia que não medimos — um número que não temos destruiria a credibilidade.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60236" y="2788920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Prever o imprevisível — não vendemos oráculo.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60236" y="3657600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Piloto sem métrica — é a receita documentada do fracasso.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60236" y="4526280"/>
            <a:ext cx="49057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IA decidindo sozinha — a IA rascunha, um humano assina, a diretoria decide.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094476" y="1463040"/>
            <a:ext cx="0" cy="402336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PARCEIROS OFICIAIS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 capacitação, sua equipe usa ferramentas dos nossos parceiros para construir as próprias soluções.</a:t>
            </a:r>
            <a:endParaRPr lang="en-US" sz="1600" dirty="0"/>
          </a:p>
        </p:txBody>
      </p:sp>
      <p:pic>
        <p:nvPicPr>
          <p:cNvPr id="4" name="Image 0" descr="/tmp/claude-0/-home-user/3b340934-06d1-5f26-b467-4c811e620256/scratchpad/onepager/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3566160"/>
            <a:ext cx="2112264" cy="457200"/>
          </a:xfrm>
          <a:prstGeom prst="rect">
            <a:avLst/>
          </a:prstGeom>
        </p:spPr>
      </p:pic>
      <p:pic>
        <p:nvPicPr>
          <p:cNvPr id="5" name="Image 1" descr="/tmp/claude-0/-home-user/3b340934-06d1-5f26-b467-4c811e620256/scratchpad/onepager/crewai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3566160"/>
            <a:ext cx="1499616" cy="457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73736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2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PRÓXIMO PASSO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228600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2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história começa com uma conversa de 45 minutos —</a:t>
            </a:r>
            <a:endParaRPr lang="en-US" sz="26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2600" i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com o seu Mapa de Vazamento, gratuito, em 48 horas.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4572000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60" kern="0" dirty="0">
                <a:solidFill>
                  <a:srgbClr val="B89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CONTATO@ABBASERVICES.COM.BR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6355080"/>
            <a:ext cx="10543032" cy="0"/>
          </a:xfrm>
          <a:prstGeom prst="line">
            <a:avLst/>
          </a:prstGeom>
          <a:noFill/>
          <a:ln w="9525">
            <a:solidFill>
              <a:srgbClr val="D9D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 — CONSULTORIA DE INTELIGÊNCIA ARTIFICIAL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22792" y="6446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spc="22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ABBASERVICES.COM.BR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2026-08-06T12:27:38Z</dcterms:created>
  <dcterms:modified xsi:type="dcterms:W3CDTF">2026-08-06T12:27:38Z</dcterms:modified>
</cp:coreProperties>
</file>