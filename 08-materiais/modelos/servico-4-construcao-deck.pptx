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SERVIÇOS ABBA · 4 DE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700"/>
              </a:lnSpc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Construção e implantação —</a:t>
            </a:r>
            <a:endParaRPr lang="en-US" sz="3800" dirty="0"/>
          </a:p>
          <a:p>
            <a:pPr indent="0" marL="0">
              <a:lnSpc>
                <a:spcPts val="4700"/>
              </a:lnSpc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engenharia da solução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 na gaveta não muda empresa. Sistema rodando muda.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inteligentes sob medida, em produção.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Projetamos a arquitetura da solução — dados, integrações, lógica de decisão — e construímos sistemas inteligentes sob medida, com agentes de IA inseridos onde fazem diferença, em produção no fluxo real da sua equipe.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38404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1148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 uma arquitetura, uma engenharia, uma lógica — e os agentes de IA já estão inseridos nisso.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valor está no sistema rodando.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bem construído deixa a operação mais eficiente, mais rápida e mais poderosa — todos os dias, sem depender de ninguém lembrar de usar.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engenharia de verdade importa: solução montada às pressas sobre uma ferramenta da moda quebra no primeiro mês. A nossa é projetada para conviver com os seus sistemas e crescer com a sua operação.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Engenharia com aprovação humana.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primeiro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dados, integrações e lógica de decisão projetados antes de construir — o agente é parte da solução, não a solução inteira.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688336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79776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Aprovação humana em tudo que é crítico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executa, gente da sua confiança valida — pontos de aprovação desenhados no fluxo desde o início.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364992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456432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sua infraestrutura ou em nuvem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de onde os dados moram é sua — soberania de dados respeitada por desenho.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041648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13308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de aceite antes de entrar no fluxo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só assume o trabalho real depois de provar que aguenta — com handover e período assistido.</a:t>
            </a:r>
            <a:endParaRPr lang="en-US" sz="1450" dirty="0"/>
          </a:p>
        </p:txBody>
      </p:sp>
      <p:pic>
        <p:nvPicPr>
          <p:cNvPr id="11" name="Image 0" descr="/tmp/claude-0/-home-user/3b340934-06d1-5f26-b467-4c811e620256/scratchpad/onepager/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946904"/>
            <a:ext cx="1901952" cy="411480"/>
          </a:xfrm>
          <a:prstGeom prst="rect">
            <a:avLst/>
          </a:prstGeom>
        </p:spPr>
      </p:pic>
      <p:pic>
        <p:nvPicPr>
          <p:cNvPr id="12" name="Image 1" descr="/tmp/claude-0/-home-user/3b340934-06d1-5f26-b467-4c811e620256/scratchpad/onepager/crewai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4946904"/>
            <a:ext cx="1353312" cy="4114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FICA COM VOCÊ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em produção — e gente que sabe operá-los.</a:t>
            </a:r>
            <a:endParaRPr lang="en-US" sz="2700" dirty="0"/>
          </a:p>
        </p:txBody>
      </p:sp>
      <p:pic>
        <p:nvPicPr>
          <p:cNvPr id="4" name="Image 0" descr="/tmp/claude-0/-home-user/3b340934-06d1-5f26-b467-4c811e620256/scratchpad/fotos/relatorio-deployment-modelo-p-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773" y="2057400"/>
            <a:ext cx="2715219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50773" y="2057400"/>
            <a:ext cx="2715219" cy="3840480"/>
          </a:xfrm>
          <a:prstGeom prst="rect">
            <a:avLst/>
          </a:prstGeom>
          <a:ln w="12700">
            <a:solidFill>
              <a:srgbClr val="D9D2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93573" y="5971032"/>
            <a:ext cx="3629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relatório de implantação — testes de aceite, handover e operação assistida.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22960" y="2103120"/>
            <a:ext cx="741633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sistemas, rodando no fluxo real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um piloto estacionado: produção, com dados de verdade e uso de verdade.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22960" y="2779776"/>
            <a:ext cx="7416333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871216"/>
            <a:ext cx="741633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Documentação e testes de aceite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construído, como funciona, e a prova de que passou nos critérios combinados.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22960" y="3547872"/>
            <a:ext cx="7416333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639312"/>
            <a:ext cx="741633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Campeões formados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gente de dentro que entende a solução — porque capacidade que vai embora com o consultor não é capacidade.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ENCAIXE NA JORNADA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obra que a prova autorizou.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construção implementa o que o protótipo provou — e anda junto com o treinamento, porque de nada adiantam sistemas novos com a empresa pensando do jeito antigo. Terminada a implantação, a operação contínua assume.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5029200"/>
            <a:ext cx="4572000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CONTATO@ABBASERVICES.COM.BR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2026-08-06T19:00:39Z</dcterms:created>
  <dcterms:modified xsi:type="dcterms:W3CDTF">2026-08-06T19:00:39Z</dcterms:modified>
</cp:coreProperties>
</file>