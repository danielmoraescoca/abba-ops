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SERVIÇOS ABBA · 2 DE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—</a:t>
            </a:r>
            <a:endParaRPr lang="en-US" sz="38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mergulho profundo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funciona nasce de entender o seu negócio.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sua empresa, entendida de dentro.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Entramos na empresa e fazemos um mergulho profundo, do conselho à linha de frente: como o trabalho realmente flui, onde quebra, onde vaza valor, quem decide o quê.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em todos os níveis e revisão documental, analisadas com a nossa ferramenta própria — cada conclusão com dado e quantificação por trás.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937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o que a empresa acha que precisa: é o que o mergulho revela.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 genérica falha.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tecnologia que transformou uma empresa pode ser irrelevante na sua. O que separa o investimento certo do desperdício não é a ferramenta — é entender onde, no SEU fluxo de trabalho, existe valor preso.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 o Assessment vem antes de qualquer construção: ele transforma opinião em portfólio priorizado, com número.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conselho à linha de frente.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Entrevistas em todos os níveis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decide, quem gerencia e quem executa enxergam problemas diferentes — e os três estão certos.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88336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79776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com ferramenta própria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conversas e os documentos viram análise estruturada, quantificada e comparável — não impressões soltas.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364992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56432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Priorização por valor e esforço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oportunidade ranqueada pelo impacto em reais e pelo custo de capturá-la.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041648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3308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Devolutiva ao vivo com a diretoria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apresentamos, discutimos e ajustamos com vocês — o relatório chega depois da conversa, nunca no lugar dela.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COM VOCÊ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portfólio, não uma lista de ideias.</a:t>
            </a:r>
            <a:endParaRPr lang="en-US" sz="2700" dirty="0"/>
          </a:p>
        </p:txBody>
      </p:sp>
      <p:pic>
        <p:nvPicPr>
          <p:cNvPr id="4" name="Image 0" descr="/tmp/claude-0/-home-user/3b340934-06d1-5f26-b467-4c811e620256/scratchpad/fotos/relatorio-maturidade-modelo-p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773" y="2057400"/>
            <a:ext cx="2715219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50773" y="2057400"/>
            <a:ext cx="2715219" cy="3840480"/>
          </a:xfrm>
          <a:prstGeom prst="rect">
            <a:avLst/>
          </a:prstGeom>
          <a:ln w="12700">
            <a:solidFill>
              <a:srgbClr val="D9D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93573" y="5971032"/>
            <a:ext cx="362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de Maturidade — pontuação por dimensão, com leitura honesta.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741633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Portfólio de oportunidades ranqueado e quantificado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oportunidade com o número que ela precisa mover.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2779776"/>
            <a:ext cx="7416333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71216"/>
            <a:ext cx="741633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de maturidade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empresa está hoje — pessoas, processos, dados, governança — dito com honestidade.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3547872"/>
            <a:ext cx="7416333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639312"/>
            <a:ext cx="741633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diretor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recomendada, com gates de decisão: o que fazer primeiro, o que esperar, o que não fazer.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22960" y="4498848"/>
            <a:ext cx="7416333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773168"/>
            <a:ext cx="74163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sai sabendo o que fazer, em que ordem, e por quê — com dado por trás de cada recomendação.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ENCAIXE NA JORNADA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 que a prova vem validar.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portfólio do Assessment é a matéria-prima do passo seguinte: o caso mais promissor vira protótipo, construído com os seus dados reais — porque plano bom é plano provado, não plano bonito.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4572000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CONTATO@ABBASERVICES.COM.BR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2026-08-06T19:00:39Z</dcterms:created>
  <dcterms:modified xsi:type="dcterms:W3CDTF">2026-08-06T19:00:39Z</dcterms:modified>
</cp:coreProperties>
</file>