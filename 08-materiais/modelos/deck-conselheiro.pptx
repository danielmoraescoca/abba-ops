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20240"/>
            <a:ext cx="10543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CONSELHEIRO DE 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cadeira de IA do seu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lado da mesa.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22960" y="4160520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389120"/>
            <a:ext cx="87142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i="1" dirty="0">
                <a:solidFill>
                  <a:srgbClr val="D8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Direção estratégica fracionária para quem já tem IA rodando — sem o custo, nem o conflito, de mais um diretor em folha.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Você já construiu. A pergunta agora é outra.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Conselheiro é para a empresa que já tem IA em produção — e por isso enfrenta as perguntas que ferramenta nenhuma responde: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2697480"/>
            <a:ext cx="457200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08760" y="2587752"/>
            <a:ext cx="9857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priorizar no próximo trimestre — e o que recusar?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3474720"/>
            <a:ext cx="457200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08760" y="3364992"/>
            <a:ext cx="9857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Este fornecedor entrega o que promete? A que preço isso se compara?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22960" y="4251960"/>
            <a:ext cx="457200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08760" y="4142232"/>
            <a:ext cx="9857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já rodou de fato mudou algum número — ou só virou demonstração?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22960" y="5029200"/>
            <a:ext cx="457200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08760" y="4919472"/>
            <a:ext cx="9857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Quem, da diretoria, sustenta essas respostas com registro, não com memória?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Presença de direção, em fração — com tudo por escrito.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12848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DIRETORIA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840480" y="2194560"/>
            <a:ext cx="7525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recorrente nas reuniões de direção: a pauta de IA preparada, defendida e registrada.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10896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218688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VIVO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840480" y="3200400"/>
            <a:ext cx="7525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fila de oportunidades mantida e re-ranqueada conforme os números chegam — nunca um PDF parado.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411480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224528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ARBITRAGEM DE FORNECEDORES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840480" y="4206240"/>
            <a:ext cx="7525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parecer por escrito sobre cada proposta que chega à mesa: o que é real, o que é caro, o que é risco.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512064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230368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DE DECISÃO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0" y="5212080"/>
            <a:ext cx="7525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decisão registrada com a expectativa declarada antes e o resultado medido depois — imutável por construção.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PARECE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parecer de arbitragem de verdade.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real de um parecer entregue (empresa preservada): a proposta do fornecedor decomposta, o preço comparado, a recomendação assinada.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pic>
        <p:nvPicPr>
          <p:cNvPr id="6" name="Image 0" descr="/home/user/abba-ops/08-materiais/assets/fotos/conselheiro--parecer-arbitrage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2604" y="2651760"/>
            <a:ext cx="2523744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UM TERCEIRO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time interno pode ser a própria prova.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4303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executa não pode atestar o próprio resultado — é a razão pela qual empresas com um ótimo CFO ainda contratam quem verifique as contas de fora. O Conselheiro traz exatamente isso para a IA: a expectativa declarada antes e imutável, o resultado medido e assinado por uma pessoa nomeada da sua empresa, o histórico que nunca se apaga.</a:t>
            </a: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diretor de IA contratado amanhã não substitui esse registro — ele o herda, e trabalha melhor por causa dele.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074920"/>
            <a:ext cx="10543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exclusividade forçada, sem contrato que prende: a memória é sua e é exportável. A permanência se paga em valor — ou não se paga.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PRÓXIMO PASSO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606040"/>
            <a:ext cx="105430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conversa de 45 minutos sobre a sua pauta de IA — e um parecer de exemplo sobre um fornecedor que já esteja na sua mesa.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4617720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892040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D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ABBA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ABBA Consultoria de IA</dc:creator>
  <cp:lastModifiedBy>ABBA Consultoria de IA</cp:lastModifiedBy>
  <cp:revision>1</cp:revision>
  <dcterms:created xsi:type="dcterms:W3CDTF">2026-09-01T13:10:21Z</dcterms:created>
  <dcterms:modified xsi:type="dcterms:W3CDTF">2026-09-01T13:10:21Z</dcterms:modified>
</cp:coreProperties>
</file>