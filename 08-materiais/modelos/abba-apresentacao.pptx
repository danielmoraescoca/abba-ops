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920240"/>
            <a:ext cx="5303520" cy="5303520"/>
          </a:xfrm>
          <a:prstGeom prst="ellipse">
            <a:avLst/>
          </a:prstGeom>
          <a:ln w="12700">
            <a:solidFill>
              <a:srgbClr val="C2A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ln w="7620">
            <a:solidFill>
              <a:srgbClr val="C2A3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492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Tornamos a sua empresa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native.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história, em um minuto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547872"/>
            <a:ext cx="6492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B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semana, um dono de empresa ouve que precisa “fazer algo com IA”. Muitos já tentaram: compraram uma ferramenta, rodaram um piloto, mandaram o time para um curso. E quase tudo morreu na praia.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B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foi por causa da tecnologia. Foi porque ninguém combinou, antes de começar, o que seria “dar certo” — e porque ninguém preparou as pessoas para trabalhar de um jeito novo. Setenta por cento do valor de uma transformação em IA está em pessoas, processos e cultura. O mercado vende os outros trinta.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B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nasceu para fazer o caminho inteiro: entender a sua empresa a fundo, construir as soluções certas para o seu fluxo de trabalho, validar cada uma com dados reais antes de qualquer investimento pesado, formar as suas pessoas — e ficar ao seu lado provando, mês a mês, o que mudou.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6400800"/>
            <a:ext cx="6492240" cy="1554480"/>
          </a:xfrm>
          <a:prstGeom prst="roundRect">
            <a:avLst>
              <a:gd name="adj" fmla="val 3529"/>
            </a:avLst>
          </a:prstGeom>
          <a:solidFill>
            <a:srgbClr val="24365E"/>
          </a:solidFill>
          <a:ln w="9525">
            <a:solidFill>
              <a:srgbClr val="C2A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5653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transformação como uma árvore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876288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transformação de verdade não é um sistema instalado num canto. É uma árvore: plantada com a diretoria, ela estende as raízes até tocar cada funcionário — do conselho à linha de frente. Sistemas novos no fluxo de trabalho, e uma mentalidade nova em cada pessoa.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82296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uma regra que atravessa tudo o que fazemos: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854964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combinado antes. Medido depois.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Assinado por gente.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941832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solução nossa começa sem uma métrica de sucesso acordada com você — e nenhuma termina sem esse número remedido, esteja bom ou ruim. Você vê o registro inteiro.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100126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próximas páginas: como isso acontece, passo a passo.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1035100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comercial@abbaservices.com.br · 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— do primeiro café aos sistemas rodando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entrega algo inteiro sozinha — e produz o insumo da próxima.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6556248" cy="1965960"/>
          </a:xfrm>
          <a:prstGeom prst="roundRect">
            <a:avLst>
              <a:gd name="adj" fmla="val 2791"/>
            </a:avLst>
          </a:prstGeom>
          <a:solidFill>
            <a:srgbClr val="F4F1E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2646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35608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4173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conversa — e o Mapa de Vazamento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80160" y="1755648"/>
            <a:ext cx="5532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de conversa — e nós já chegamos com uma análise da sua empresa feita, com informação pública, incluindo uma estimativa em reais do que pode estar vazando na operação.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280160" y="236829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deveria pagar para descobrir se faz sentido. E conversa boa começa com um número na mesa, não com promessa.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80160" y="2825496"/>
            <a:ext cx="5532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recebe o documento em 48h, sem custo e sem compromisso. Se fizer sentido, seguimos.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3383280"/>
            <a:ext cx="6556248" cy="2148840"/>
          </a:xfrm>
          <a:prstGeom prst="roundRect">
            <a:avLst>
              <a:gd name="adj" fmla="val 2553"/>
            </a:avLst>
          </a:prstGeom>
          <a:solidFill>
            <a:srgbClr val="F4F1EA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352958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538728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352044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— o mergulho profundo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280160" y="3858768"/>
            <a:ext cx="5532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empresa e avaliamos 25 dimensões proprietárias, do conselho à linha de frente: como o trabalho realmente flui, onde quebra, onde vaza valor, quem decide o quê.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280160" y="447141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genérica falha. O que funciona nasce de entender o SEU negócio — e não é o que a empresa acha que precisa: é o que o mergulho revela.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280160" y="492861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em todos os níveis + nossa ferramenta própria de análise. Você sai com um portfólio de oportunidades ranqueado e quantificado — não uma lista de ideias.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5669280"/>
            <a:ext cx="6556248" cy="2011680"/>
          </a:xfrm>
          <a:prstGeom prst="roundRect">
            <a:avLst>
              <a:gd name="adj" fmla="val 2727"/>
            </a:avLst>
          </a:prstGeom>
          <a:solidFill>
            <a:srgbClr val="F4F1E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581558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824728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580644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de caso de uso — a prova antes do investimento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280160" y="614476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 de verdade, escolhemos o caso de uso mais promissor e construímos um protótipo com os seus dados reais.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280160" y="660196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escuro. O protótipo é a prova antes do compromisso — e mata no papel a ideia que não fica de pé.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280160" y="705916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diretoria decide GO ou NO-GO com números na mesa. NO-GO também é resultado: custou pouco e evitou um investimento errado.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7818120"/>
            <a:ext cx="6556248" cy="2011680"/>
          </a:xfrm>
          <a:prstGeom prst="roundRect">
            <a:avLst>
              <a:gd name="adj" fmla="val 2727"/>
            </a:avLst>
          </a:prstGeom>
          <a:solidFill>
            <a:srgbClr val="F4F1EA"/>
          </a:solidFill>
          <a:ln/>
        </p:spPr>
      </p:sp>
      <p:sp>
        <p:nvSpPr>
          <p:cNvPr id="27" name="Shape 25"/>
          <p:cNvSpPr/>
          <p:nvPr/>
        </p:nvSpPr>
        <p:spPr>
          <a:xfrm>
            <a:off x="685800" y="796442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7973568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280160" y="795528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e implantação — os sistemas no seu fluxo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280160" y="829360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os agentes de IA sob medida e colocamos em produção, dentro do fluxo de trabalho real da sua equipe.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280160" y="875080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na gaveta não muda empresa. Sistema rodando muda — deixa a operação mais eficiente, mais rápida e mais poderosa.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280160" y="920800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tecnologia dos nossos parceiros e pontos de aprovação humana em tudo que é crítico: a IA executa, gente da sua confiança valida.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1035100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comercial@abbaservices.com.br · 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— as pessoas, a operação e a cadeira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de nada adiantam sistemas novos com a empresa pensando do jeito antigo.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6556248" cy="3200400"/>
          </a:xfrm>
          <a:prstGeom prst="roundRect">
            <a:avLst>
              <a:gd name="adj" fmla="val 1714"/>
            </a:avLst>
          </a:prstGeom>
          <a:solidFill>
            <a:srgbClr val="F4F1E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2646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35608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4173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+ ABBA Portal — a mentalidade nova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80160" y="178308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todos os níveis da equipe — na nossa plataforma própria (trilhas por nível, desafios práticos, um coach de IA disponível o tempo todo, credencial verificável ao graduar) e em sessões presenciais nos marcos do programa.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a árvore toca cada funcionário. O objetivo não é ensinar ferramenta — é instalar, em cada pessoa, três perguntas que mudam o jeito de olhar o próprio trabalho: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280160" y="2926080"/>
            <a:ext cx="5532120" cy="9144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303580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posso PARAR de fazer — porque a IA agora faz?</a:t>
            </a:r>
            <a:endParaRPr lang="en-US" sz="98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posso COMEÇAR a fazer — porque a IA agora permite?</a:t>
            </a:r>
            <a:endParaRPr lang="en-US" sz="98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SÓ EU faço — e devo fazer ainda melhor?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1280160" y="395020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Campeões internos formados carregam a transformação depois que saímos da sala. Quando a organização inteira pensa assim, a mudança deixa de depender de consultor — e a capacidade fica com vocês.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6556248" cy="1828800"/>
          </a:xfrm>
          <a:prstGeom prst="roundRect">
            <a:avLst>
              <a:gd name="adj" fmla="val 3000"/>
            </a:avLst>
          </a:prstGeom>
          <a:solidFill>
            <a:srgbClr val="F4F1EA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476402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773168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475488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gerenciados — a operação com presença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80160" y="509320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construímos: monitoramento, evolução contínua e um ritual semanal de 20 minutos com quem decide.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280160" y="5550408"/>
            <a:ext cx="5532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sem dono definha. E a diretoria precisa VER o retorno — não sentir que ele existe.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280160" y="5852160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entra num diário: métrica combinada antes, resultado medido depois. A prova, mês a mês, do que a IA está devolvendo.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6583680"/>
            <a:ext cx="6556248" cy="1965960"/>
          </a:xfrm>
          <a:prstGeom prst="roundRect">
            <a:avLst>
              <a:gd name="adj" fmla="val 2791"/>
            </a:avLst>
          </a:prstGeom>
          <a:solidFill>
            <a:srgbClr val="F4F1E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672998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6739128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80160" y="672084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Conselheiro de IA — a cadeira do seu lado da mesa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280160" y="705916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estrategista de IA presente na sua diretoria: roadmap vivo, governança, e análise independente de qualquer proposta de fornecedor que chegar.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280160" y="751636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 A sua mesa merece alguém do SEU lado quando a fatura chega.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280160" y="797356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Como: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recorrente na diretoria, com cada recomendação registrada. Também para quem já tem IA rodando — não precisa do programa para ter a cadeira.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8732520"/>
            <a:ext cx="6556248" cy="640080"/>
          </a:xfrm>
          <a:prstGeom prst="roundRect">
            <a:avLst>
              <a:gd name="adj" fmla="val 8571"/>
            </a:avLst>
          </a:prstGeom>
          <a:solidFill>
            <a:srgbClr val="F4F1EA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8851392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oficiais: Microsoft e CrewAI.  </a:t>
            </a:r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a capacitação, sua equipe usa ferramentas dos nossos parceiros para construir as próprias soluções.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2920" y="943660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 uma firma nova, e não inventamos histórico: o que mostramos é o método e o registro — mais do que a maioria consegue mostrar depois de dez clientes.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9802368"/>
            <a:ext cx="6556248" cy="502920"/>
          </a:xfrm>
          <a:prstGeom prst="roundRect">
            <a:avLst>
              <a:gd name="adj" fmla="val 10909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990295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começa com uma conversa de 45 minutos </a:t>
            </a:r>
            <a:pPr indent="0" marL="0">
              <a:buNone/>
            </a:pPr>
            <a:r>
              <a:rPr lang="en-US" sz="10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 com o seu Mapa de Vazamento, gratuito, em 48h.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1035100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comercial@abbaservices.com.br · abbaservices.com.br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2026-08-05T17:53:12Z</dcterms:created>
  <dcterms:modified xsi:type="dcterms:W3CDTF">2026-08-05T17:53:12Z</dcterms:modified>
</cp:coreProperties>
</file>