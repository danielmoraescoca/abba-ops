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 · NUM MINUTO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 — e provamos, com número.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1054303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80% dos projetos de IA falham — o dobro dos projetos comuns de tecnologia — e a causa número um é começar sem combinar o que seria dar certo (RAND). Nós trabalhamos exatamente aí: cada caso nasce com a métrica combinada por escrito, é medido por terceiro e assinado por gente da sua empresa.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329184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42900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MAPA DE VAZAMENTO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767328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Grátis, feito de fora, com um número em reais dentro: onde estimamos que a sua operação está vazando dinheiro. É por aqui que toda conversa começa.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59224" y="329184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9224" y="342900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 PROGRAMA — UM ANO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59224" y="3767328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fases: a Prova (um caso construído e medido em seis semanas), a Construção (sistemas em produção + a sua equipe formada) e a Durabilidade (a capacidade rodando sem consultor no meio). Porta de saída limpa em cada fase.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95488" y="329184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5488" y="342900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DEPOIS DO PRIMEIRO ANO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95488" y="3767328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relação vira medição anual: operação acompanhada, conselho trimestral e o Exame Anual de IA — a maturidade re-medida e comparada ano contra ano. Quem já tem IA rodando entra pelo Conselheiro de IA.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56235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779008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instalamos fica com você: os sistemas, as pessoas formadas e o registro do que foi decidido e medido.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2026-09-01T13:10:23Z</dcterms:created>
  <dcterms:modified xsi:type="dcterms:W3CDTF">2026-09-01T13:10:23Z</dcterms:modified>
</cp:coreProperties>
</file>